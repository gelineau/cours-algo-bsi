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slideMasters/_rels/slideMaster36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35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34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33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49.xml.rels" ContentType="application/vnd.openxmlformats-package.relationships+xml"/>
  <Override PartName="/ppt/slideMasters/_rels/slideMaster12.xml.rels" ContentType="application/vnd.openxmlformats-package.relationships+xml"/>
  <Override PartName="/ppt/slideMasters/_rels/slideMaster48.xml.rels" ContentType="application/vnd.openxmlformats-package.relationships+xml"/>
  <Override PartName="/ppt/slideMasters/_rels/slideMaster11.xml.rels" ContentType="application/vnd.openxmlformats-package.relationships+xml"/>
  <Override PartName="/ppt/slideMasters/_rels/slideMaster47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6.xml.rels" ContentType="application/vnd.openxmlformats-package.relationships+xml"/>
  <Override PartName="/ppt/slideMasters/_rels/slideMaster45.xml.rels" ContentType="application/vnd.openxmlformats-package.relationships+xml"/>
  <Override PartName="/ppt/slideMasters/_rels/slideMaster27.xml.rels" ContentType="application/vnd.openxmlformats-package.relationships+xml"/>
  <Override PartName="/ppt/slideMasters/_rels/slideMaster62.xml.rels" ContentType="application/vnd.openxmlformats-package.relationships+xml"/>
  <Override PartName="/ppt/slideMasters/_rels/slideMaster25.xml.rels" ContentType="application/vnd.openxmlformats-package.relationships+xml"/>
  <Override PartName="/ppt/slideMasters/_rels/slideMaster24.xml.rels" ContentType="application/vnd.openxmlformats-package.relationships+xml"/>
  <Override PartName="/ppt/slideMasters/_rels/slideMaster59.xml.rels" ContentType="application/vnd.openxmlformats-package.relationships+xml"/>
  <Override PartName="/ppt/slideMasters/_rels/slideMaster22.xml.rels" ContentType="application/vnd.openxmlformats-package.relationships+xml"/>
  <Override PartName="/ppt/slideMasters/_rels/slideMaster61.xml.rels" ContentType="application/vnd.openxmlformats-package.relationships+xml"/>
  <Override PartName="/ppt/slideMasters/_rels/slideMaster19.xml.rels" ContentType="application/vnd.openxmlformats-package.relationships+xml"/>
  <Override PartName="/ppt/slideMasters/_rels/slideMaster57.xml.rels" ContentType="application/vnd.openxmlformats-package.relationships+xml"/>
  <Override PartName="/ppt/slideMasters/_rels/slideMaster20.xml.rels" ContentType="application/vnd.openxmlformats-package.relationships+xml"/>
  <Override PartName="/ppt/slideMasters/_rels/slideMaster23.xml.rels" ContentType="application/vnd.openxmlformats-package.relationships+xml"/>
  <Override PartName="/ppt/slideMasters/_rels/slideMaster58.xml.rels" ContentType="application/vnd.openxmlformats-package.relationships+xml"/>
  <Override PartName="/ppt/slideMasters/_rels/slideMaster21.xml.rels" ContentType="application/vnd.openxmlformats-package.relationships+xml"/>
  <Override PartName="/ppt/slideMasters/_rels/slideMaster60.xml.rels" ContentType="application/vnd.openxmlformats-package.relationships+xml"/>
  <Override PartName="/ppt/slideMasters/_rels/slideMaster18.xml.rels" ContentType="application/vnd.openxmlformats-package.relationships+xml"/>
  <Override PartName="/ppt/slideMasters/_rels/slideMaster37.xml.rels" ContentType="application/vnd.openxmlformats-package.relationships+xml"/>
  <Override PartName="/ppt/slideMasters/_rels/slideMaster56.xml.rels" ContentType="application/vnd.openxmlformats-package.relationships+xml"/>
  <Override PartName="/ppt/slideMasters/_rels/slideMaster55.xml.rels" ContentType="application/vnd.openxmlformats-package.relationships+xml"/>
  <Override PartName="/ppt/slideMasters/_rels/slideMaster43.xml.rels" ContentType="application/vnd.openxmlformats-package.relationships+xml"/>
  <Override PartName="/ppt/slideMasters/_rels/slideMaster17.xml.rels" ContentType="application/vnd.openxmlformats-package.relationships+xml"/>
  <Override PartName="/ppt/slideMasters/_rels/slideMaster54.xml.rels" ContentType="application/vnd.openxmlformats-package.relationships+xml"/>
  <Override PartName="/ppt/slideMasters/_rels/slideMaster42.xml.rels" ContentType="application/vnd.openxmlformats-package.relationships+xml"/>
  <Override PartName="/ppt/slideMasters/_rels/slideMaster53.xml.rels" ContentType="application/vnd.openxmlformats-package.relationships+xml"/>
  <Override PartName="/ppt/slideMasters/_rels/slideMaster52.xml.rels" ContentType="application/vnd.openxmlformats-package.relationships+xml"/>
  <Override PartName="/ppt/slideMasters/_rels/slideMaster51.xml.rels" ContentType="application/vnd.openxmlformats-package.relationships+xml"/>
  <Override PartName="/ppt/slideMasters/_rels/slideMaster50.xml.rels" ContentType="application/vnd.openxmlformats-package.relationships+xml"/>
  <Override PartName="/ppt/slideMasters/_rels/slideMaster41.xml.rels" ContentType="application/vnd.openxmlformats-package.relationships+xml"/>
  <Override PartName="/ppt/slideMasters/_rels/slideMaster39.xml.rels" ContentType="application/vnd.openxmlformats-package.relationships+xml"/>
  <Override PartName="/ppt/slideMasters/_rels/slideMaster40.xml.rels" ContentType="application/vnd.openxmlformats-package.relationships+xml"/>
  <Override PartName="/ppt/slideMasters/_rels/slideMaster38.xml.rels" ContentType="application/vnd.openxmlformats-package.relationships+xml"/>
  <Override PartName="/ppt/slideMasters/_rels/slideMaster63.xml.rels" ContentType="application/vnd.openxmlformats-package.relationships+xml"/>
  <Override PartName="/ppt/slideMasters/_rels/slideMaster76.xml.rels" ContentType="application/vnd.openxmlformats-package.relationships+xml"/>
  <Override PartName="/ppt/slideMasters/_rels/slideMaster64.xml.rels" ContentType="application/vnd.openxmlformats-package.relationships+xml"/>
  <Override PartName="/ppt/slideMasters/_rels/slideMaster75.xml.rels" ContentType="application/vnd.openxmlformats-package.relationships+xml"/>
  <Override PartName="/ppt/slideMasters/_rels/slideMaster74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73.xml.rels" ContentType="application/vnd.openxmlformats-package.relationships+xml"/>
  <Override PartName="/ppt/slideMasters/_rels/slideMaster1.xml.rels" ContentType="application/vnd.openxmlformats-package.relationships+xml"/>
  <Override PartName="/ppt/slideMasters/_rels/slideMaster72.xml.rels" ContentType="application/vnd.openxmlformats-package.relationships+xml"/>
  <Override PartName="/ppt/slideMasters/_rels/slideMaster71.xml.rels" ContentType="application/vnd.openxmlformats-package.relationships+xml"/>
  <Override PartName="/ppt/slideMasters/_rels/slideMaster29.xml.rels" ContentType="application/vnd.openxmlformats-package.relationships+xml"/>
  <Override PartName="/ppt/slideMasters/_rels/slideMaster69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32.xml.rels" ContentType="application/vnd.openxmlformats-package.relationships+xml"/>
  <Override PartName="/ppt/slideMasters/_rels/slideMaster70.xml.rels" ContentType="application/vnd.openxmlformats-package.relationships+xml"/>
  <Override PartName="/ppt/slideMasters/_rels/slideMaster28.xml.rels" ContentType="application/vnd.openxmlformats-package.relationships+xml"/>
  <Override PartName="/ppt/slideMasters/_rels/slideMaster68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31.xml.rels" ContentType="application/vnd.openxmlformats-package.relationships+xml"/>
  <Override PartName="/ppt/slideMasters/_rels/slideMaster67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30.xml.rels" ContentType="application/vnd.openxmlformats-package.relationships+xml"/>
  <Override PartName="/ppt/slideMasters/_rels/slideMaster66.xml.rels" ContentType="application/vnd.openxmlformats-package.relationships+xml"/>
  <Override PartName="/ppt/slideMasters/_rels/slideMaster65.xml.rels" ContentType="application/vnd.openxmlformats-package.relationships+xml"/>
  <Override PartName="/ppt/slideMasters/_rels/slideMaster16.xml.rels" ContentType="application/vnd.openxmlformats-package.relationships+xml"/>
  <Override PartName="/ppt/slideMasters/_rels/slideMaster15.xml.rels" ContentType="application/vnd.openxmlformats-package.relationships+xml"/>
  <Override PartName="/ppt/slideMasters/_rels/slideMaster44.xml.rels" ContentType="application/vnd.openxmlformats-package.relationships+xml"/>
  <Override PartName="/ppt/slideMasters/_rels/slideMaster14.xml.rels" ContentType="application/vnd.openxmlformats-package.relationships+xml"/>
  <Override PartName="/ppt/slideMasters/_rels/slideMaster26.xml.rels" ContentType="application/vnd.openxmlformats-package.relationships+xml"/>
  <Override PartName="/ppt/slideMasters/_rels/slideMaster13.xml.rels" ContentType="application/vnd.openxmlformats-package.relationships+xml"/>
  <Override PartName="/ppt/slideMasters/slideMaster56.xml" ContentType="application/vnd.openxmlformats-officedocument.presentationml.slideMaster+xml"/>
  <Override PartName="/ppt/slideMasters/slideMaster55.xml" ContentType="application/vnd.openxmlformats-officedocument.presentationml.slideMaster+xml"/>
  <Override PartName="/ppt/slideMasters/slideMaster54.xml" ContentType="application/vnd.openxmlformats-officedocument.presentationml.slideMaster+xml"/>
  <Override PartName="/ppt/slideMasters/slideMaster53.xml" ContentType="application/vnd.openxmlformats-officedocument.presentationml.slideMaster+xml"/>
  <Override PartName="/ppt/slideMasters/slideMaster52.xml" ContentType="application/vnd.openxmlformats-officedocument.presentationml.slideMaster+xml"/>
  <Override PartName="/ppt/slideMasters/slideMaster51.xml" ContentType="application/vnd.openxmlformats-officedocument.presentationml.slideMaster+xml"/>
  <Override PartName="/ppt/slideMasters/slideMaster50.xml" ContentType="application/vnd.openxmlformats-officedocument.presentationml.slideMaster+xml"/>
  <Override PartName="/ppt/slideMasters/slideMaster43.xml" ContentType="application/vnd.openxmlformats-officedocument.presentationml.slideMaster+xml"/>
  <Override PartName="/ppt/slideMasters/slideMaster42.xml" ContentType="application/vnd.openxmlformats-officedocument.presentationml.slideMaster+xml"/>
  <Override PartName="/ppt/slideMasters/slideMaster41.xml" ContentType="application/vnd.openxmlformats-officedocument.presentationml.slideMaster+xml"/>
  <Override PartName="/ppt/slideMasters/slideMaster40.xml" ContentType="application/vnd.openxmlformats-officedocument.presentationml.slideMaster+xml"/>
  <Override PartName="/ppt/slideMasters/slideMaster39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38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37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60.xml" ContentType="application/vnd.openxmlformats-officedocument.presentationml.slideMaster+xml"/>
  <Override PartName="/ppt/slideMasters/slideMaster20.xml" ContentType="application/vnd.openxmlformats-officedocument.presentationml.slideMaster+xml"/>
  <Override PartName="/ppt/slideMasters/slideMaster57.xml" ContentType="application/vnd.openxmlformats-officedocument.presentationml.slideMaster+xml"/>
  <Override PartName="/ppt/slideMasters/slideMaster19.xml" ContentType="application/vnd.openxmlformats-officedocument.presentationml.slideMaster+xml"/>
  <Override PartName="/ppt/slideMasters/slideMaster61.xml" ContentType="application/vnd.openxmlformats-officedocument.presentationml.slideMaster+xml"/>
  <Override PartName="/ppt/slideMasters/slideMaster21.xml" ContentType="application/vnd.openxmlformats-officedocument.presentationml.slideMaster+xml"/>
  <Override PartName="/ppt/slideMasters/slideMaster58.xml" ContentType="application/vnd.openxmlformats-officedocument.presentationml.slideMaster+xml"/>
  <Override PartName="/ppt/slideMasters/slideMaster22.xml" ContentType="application/vnd.openxmlformats-officedocument.presentationml.slideMaster+xml"/>
  <Override PartName="/ppt/slideMasters/slideMaster59.xml" ContentType="application/vnd.openxmlformats-officedocument.presentationml.slideMaster+xml"/>
  <Override PartName="/ppt/slideMasters/slideMaster23.xml" ContentType="application/vnd.openxmlformats-officedocument.presentationml.slideMaster+xml"/>
  <Override PartName="/ppt/slideMasters/slideMaster24.xml" ContentType="application/vnd.openxmlformats-officedocument.presentationml.slideMaster+xml"/>
  <Override PartName="/ppt/slideMasters/slideMaster25.xml" ContentType="application/vnd.openxmlformats-officedocument.presentationml.slideMaster+xml"/>
  <Override PartName="/ppt/slideMasters/slideMaster62.xml" ContentType="application/vnd.openxmlformats-officedocument.presentationml.slideMaster+xml"/>
  <Override PartName="/ppt/slideMasters/slideMaster63.xml" ContentType="application/vnd.openxmlformats-officedocument.presentationml.slideMaster+xml"/>
  <Override PartName="/ppt/slideMasters/slideMaster76.xml" ContentType="application/vnd.openxmlformats-officedocument.presentationml.slideMaster+xml"/>
  <Override PartName="/ppt/slideMasters/slideMaster64.xml" ContentType="application/vnd.openxmlformats-officedocument.presentationml.slideMaster+xml"/>
  <Override PartName="/ppt/slideMasters/slideMaster75.xml" ContentType="application/vnd.openxmlformats-officedocument.presentationml.slideMaster+xml"/>
  <Override PartName="/ppt/slideMasters/slideMaster74.xml" ContentType="application/vnd.openxmlformats-officedocument.presentationml.slideMaster+xml"/>
  <Override PartName="/ppt/slideMasters/slideMaster73.xml" ContentType="application/vnd.openxmlformats-officedocument.presentationml.slideMaster+xml"/>
  <Override PartName="/ppt/slideMasters/slideMaster72.xml" ContentType="application/vnd.openxmlformats-officedocument.presentationml.slideMaster+xml"/>
  <Override PartName="/ppt/slideMasters/slideMaster71.xml" ContentType="application/vnd.openxmlformats-officedocument.presentationml.slideMaster+xml"/>
  <Override PartName="/ppt/slideMasters/slideMaster29.xml" ContentType="application/vnd.openxmlformats-officedocument.presentationml.slideMaster+xml"/>
  <Override PartName="/ppt/slideMasters/slideMaster69.xml" ContentType="application/vnd.openxmlformats-officedocument.presentationml.slideMaster+xml"/>
  <Override PartName="/ppt/slideMasters/slideMaster32.xml" ContentType="application/vnd.openxmlformats-officedocument.presentationml.slideMaster+xml"/>
  <Override PartName="/ppt/slideMasters/slideMaster70.xml" ContentType="application/vnd.openxmlformats-officedocument.presentationml.slideMaster+xml"/>
  <Override PartName="/ppt/slideMasters/slideMaster28.xml" ContentType="application/vnd.openxmlformats-officedocument.presentationml.slideMaster+xml"/>
  <Override PartName="/ppt/slideMasters/slideMaster68.xml" ContentType="application/vnd.openxmlformats-officedocument.presentationml.slideMaster+xml"/>
  <Override PartName="/ppt/slideMasters/slideMaster31.xml" ContentType="application/vnd.openxmlformats-officedocument.presentationml.slideMaster+xml"/>
  <Override PartName="/ppt/slideMasters/slideMaster67.xml" ContentType="application/vnd.openxmlformats-officedocument.presentationml.slideMaster+xml"/>
  <Override PartName="/ppt/slideMasters/slideMaster30.xml" ContentType="application/vnd.openxmlformats-officedocument.presentationml.slideMaster+xml"/>
  <Override PartName="/ppt/slideMasters/slideMaster66.xml" ContentType="application/vnd.openxmlformats-officedocument.presentationml.slideMaster+xml"/>
  <Override PartName="/ppt/slideMasters/slideMaster6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26.xml" ContentType="application/vnd.openxmlformats-officedocument.presentationml.slideMaster+xml"/>
  <Override PartName="/ppt/slideMasters/slideMaster44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27.xml" ContentType="application/vnd.openxmlformats-officedocument.presentationml.slideMaster+xml"/>
  <Override PartName="/ppt/slideMasters/slideMaster45.xml" ContentType="application/vnd.openxmlformats-officedocument.presentationml.slideMaster+xml"/>
  <Override PartName="/ppt/slideMasters/slideMaster46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47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48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49.xml" ContentType="application/vnd.openxmlformats-officedocument.presentationml.slideMaster+xml"/>
  <Override PartName="/ppt/slideMasters/slideMaster33.xml" ContentType="application/vnd.openxmlformats-officedocument.presentationml.slideMaster+xml"/>
  <Override PartName="/ppt/slideMasters/slideMaster34.xml" ContentType="application/vnd.openxmlformats-officedocument.presentationml.slideMaster+xml"/>
  <Override PartName="/ppt/slideMasters/slideMaster1.xml" ContentType="application/vnd.openxmlformats-officedocument.presentationml.slideMaster+xml"/>
  <Override PartName="/ppt/slideMasters/slideMaster35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6.xml" ContentType="application/vnd.openxmlformats-officedocument.presentationml.slideMaster+xml"/>
  <Override PartName="/ppt/presProps.xml" ContentType="application/vnd.openxmlformats-officedocument.presentationml.presProps+xml"/>
  <Override PartName="/ppt/theme/theme56.xml" ContentType="application/vnd.openxmlformats-officedocument.theme+xml"/>
  <Override PartName="/ppt/theme/theme55.xml" ContentType="application/vnd.openxmlformats-officedocument.theme+xml"/>
  <Override PartName="/ppt/theme/theme54.xml" ContentType="application/vnd.openxmlformats-officedocument.theme+xml"/>
  <Override PartName="/ppt/theme/theme53.xml" ContentType="application/vnd.openxmlformats-officedocument.theme+xml"/>
  <Override PartName="/ppt/theme/theme52.xml" ContentType="application/vnd.openxmlformats-officedocument.theme+xml"/>
  <Override PartName="/ppt/theme/theme51.xml" ContentType="application/vnd.openxmlformats-officedocument.theme+xml"/>
  <Override PartName="/ppt/theme/theme50.xml" ContentType="application/vnd.openxmlformats-officedocument.theme+xml"/>
  <Override PartName="/ppt/theme/theme46.xml" ContentType="application/vnd.openxmlformats-officedocument.theme+xml"/>
  <Override PartName="/ppt/theme/theme45.xml" ContentType="application/vnd.openxmlformats-officedocument.theme+xml"/>
  <Override PartName="/ppt/theme/theme44.xml" ContentType="application/vnd.openxmlformats-officedocument.theme+xml"/>
  <Override PartName="/ppt/theme/theme43.xml" ContentType="application/vnd.openxmlformats-officedocument.theme+xml"/>
  <Override PartName="/ppt/theme/theme42.xml" ContentType="application/vnd.openxmlformats-officedocument.theme+xml"/>
  <Override PartName="/ppt/theme/theme41.xml" ContentType="application/vnd.openxmlformats-officedocument.theme+xml"/>
  <Override PartName="/ppt/theme/theme40.xml" ContentType="application/vnd.openxmlformats-officedocument.theme+xml"/>
  <Override PartName="/ppt/theme/theme39.xml" ContentType="application/vnd.openxmlformats-officedocument.theme+xml"/>
  <Override PartName="/ppt/theme/theme38.xml" ContentType="application/vnd.openxmlformats-officedocument.theme+xml"/>
  <Override PartName="/ppt/theme/theme37.xml" ContentType="application/vnd.openxmlformats-officedocument.theme+xml"/>
  <Override PartName="/ppt/theme/theme17.xml" ContentType="application/vnd.openxmlformats-officedocument.theme+xml"/>
  <Override PartName="/ppt/theme/theme18.xml" ContentType="application/vnd.openxmlformats-officedocument.theme+xml"/>
  <Override PartName="/ppt/theme/theme60.xml" ContentType="application/vnd.openxmlformats-officedocument.theme+xml"/>
  <Override PartName="/ppt/theme/theme20.xml" ContentType="application/vnd.openxmlformats-officedocument.theme+xml"/>
  <Override PartName="/ppt/theme/theme57.xml" ContentType="application/vnd.openxmlformats-officedocument.theme+xml"/>
  <Override PartName="/ppt/theme/theme19.xml" ContentType="application/vnd.openxmlformats-officedocument.theme+xml"/>
  <Override PartName="/ppt/theme/theme61.xml" ContentType="application/vnd.openxmlformats-officedocument.theme+xml"/>
  <Override PartName="/ppt/theme/theme21.xml" ContentType="application/vnd.openxmlformats-officedocument.theme+xml"/>
  <Override PartName="/ppt/theme/theme58.xml" ContentType="application/vnd.openxmlformats-officedocument.theme+xml"/>
  <Override PartName="/ppt/theme/theme22.xml" ContentType="application/vnd.openxmlformats-officedocument.theme+xml"/>
  <Override PartName="/ppt/theme/theme59.xml" ContentType="application/vnd.openxmlformats-officedocument.theme+xml"/>
  <Override PartName="/ppt/theme/theme23.xml" ContentType="application/vnd.openxmlformats-officedocument.theme+xml"/>
  <Override PartName="/ppt/theme/theme24.xml" ContentType="application/vnd.openxmlformats-officedocument.theme+xml"/>
  <Override PartName="/ppt/theme/theme25.xml" ContentType="application/vnd.openxmlformats-officedocument.theme+xml"/>
  <Override PartName="/ppt/theme/theme62.xml" ContentType="application/vnd.openxmlformats-officedocument.theme+xml"/>
  <Override PartName="/ppt/theme/theme63.xml" ContentType="application/vnd.openxmlformats-officedocument.theme+xml"/>
  <Override PartName="/ppt/theme/theme76.xml" ContentType="application/vnd.openxmlformats-officedocument.theme+xml"/>
  <Override PartName="/ppt/theme/theme64.xml" ContentType="application/vnd.openxmlformats-officedocument.theme+xml"/>
  <Override PartName="/ppt/theme/theme75.xml" ContentType="application/vnd.openxmlformats-officedocument.theme+xml"/>
  <Override PartName="/ppt/theme/theme74.xml" ContentType="application/vnd.openxmlformats-officedocument.theme+xml"/>
  <Override PartName="/ppt/theme/theme73.xml" ContentType="application/vnd.openxmlformats-officedocument.theme+xml"/>
  <Override PartName="/ppt/theme/theme72.xml" ContentType="application/vnd.openxmlformats-officedocument.theme+xml"/>
  <Override PartName="/ppt/theme/theme71.xml" ContentType="application/vnd.openxmlformats-officedocument.theme+xml"/>
  <Override PartName="/ppt/theme/theme69.xml" ContentType="application/vnd.openxmlformats-officedocument.theme+xml"/>
  <Override PartName="/ppt/theme/theme5.xml" ContentType="application/vnd.openxmlformats-officedocument.theme+xml"/>
  <Override PartName="/ppt/theme/theme32.xml" ContentType="application/vnd.openxmlformats-officedocument.theme+xml"/>
  <Override PartName="/ppt/theme/theme70.xml" ContentType="application/vnd.openxmlformats-officedocument.theme+xml"/>
  <Override PartName="/ppt/theme/theme68.xml" ContentType="application/vnd.openxmlformats-officedocument.theme+xml"/>
  <Override PartName="/ppt/theme/theme29.xml" ContentType="application/vnd.openxmlformats-officedocument.theme+xml"/>
  <Override PartName="/ppt/theme/theme4.xml" ContentType="application/vnd.openxmlformats-officedocument.theme+xml"/>
  <Override PartName="/ppt/theme/theme31.xml" ContentType="application/vnd.openxmlformats-officedocument.theme+xml"/>
  <Override PartName="/ppt/theme/theme67.xml" ContentType="application/vnd.openxmlformats-officedocument.theme+xml"/>
  <Override PartName="/ppt/theme/theme28.xml" ContentType="application/vnd.openxmlformats-officedocument.theme+xml"/>
  <Override PartName="/ppt/theme/theme3.xml" ContentType="application/vnd.openxmlformats-officedocument.theme+xml"/>
  <Override PartName="/ppt/theme/theme30.xml" ContentType="application/vnd.openxmlformats-officedocument.theme+xml"/>
  <Override PartName="/ppt/theme/theme66.xml" ContentType="application/vnd.openxmlformats-officedocument.theme+xml"/>
  <Override PartName="/ppt/theme/theme65.xml" ContentType="application/vnd.openxmlformats-officedocument.theme+xml"/>
  <Override PartName="/ppt/theme/theme16.xml" ContentType="application/vnd.openxmlformats-officedocument.theme+xml"/>
  <Override PartName="/ppt/theme/theme15.xml" ContentType="application/vnd.openxmlformats-officedocument.theme+xml"/>
  <Override PartName="/ppt/theme/theme14.xml" ContentType="application/vnd.openxmlformats-officedocument.theme+xml"/>
  <Override PartName="/ppt/theme/theme1.xml" ContentType="application/vnd.openxmlformats-officedocument.theme+xml"/>
  <Override PartName="/ppt/theme/theme26.xml" ContentType="application/vnd.openxmlformats-officedocument.theme+xml"/>
  <Override PartName="/ppt/theme/theme11.xml" ContentType="application/vnd.openxmlformats-officedocument.theme+xml"/>
  <Override PartName="/ppt/theme/theme48.xml" ContentType="application/vnd.openxmlformats-officedocument.theme+xml"/>
  <Override PartName="/ppt/theme/theme2.xml" ContentType="application/vnd.openxmlformats-officedocument.theme+xml"/>
  <Override PartName="/ppt/theme/theme27.xml" ContentType="application/vnd.openxmlformats-officedocument.theme+xml"/>
  <Override PartName="/ppt/theme/theme12.xml" ContentType="application/vnd.openxmlformats-officedocument.theme+xml"/>
  <Override PartName="/ppt/theme/theme49.xml" ContentType="application/vnd.openxmlformats-officedocument.theme+xml"/>
  <Override PartName="/ppt/theme/theme13.xml" ContentType="application/vnd.openxmlformats-officedocument.theme+xml"/>
  <Override PartName="/ppt/theme/theme6.xml" ContentType="application/vnd.openxmlformats-officedocument.theme+xml"/>
  <Override PartName="/ppt/theme/theme33.xml" ContentType="application/vnd.openxmlformats-officedocument.theme+xml"/>
  <Override PartName="/ppt/theme/theme7.xml" ContentType="application/vnd.openxmlformats-officedocument.theme+xml"/>
  <Override PartName="/ppt/theme/theme34.xml" ContentType="application/vnd.openxmlformats-officedocument.theme+xml"/>
  <Override PartName="/ppt/theme/theme8.xml" ContentType="application/vnd.openxmlformats-officedocument.theme+xml"/>
  <Override PartName="/ppt/theme/theme35.xml" ContentType="application/vnd.openxmlformats-officedocument.theme+xml"/>
  <Override PartName="/ppt/theme/theme9.xml" ContentType="application/vnd.openxmlformats-officedocument.theme+xml"/>
  <Override PartName="/ppt/theme/theme36.xml" ContentType="application/vnd.openxmlformats-officedocument.theme+xml"/>
  <Override PartName="/ppt/theme/theme10.xml" ContentType="application/vnd.openxmlformats-officedocument.theme+xml"/>
  <Override PartName="/ppt/theme/theme47.xml" ContentType="application/vnd.openxmlformats-officedocument.theme+xml"/>
  <Override PartName="/ppt/slideLayouts/slideLayout56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_rels/slideLayout52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1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50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27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9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26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48.xml.rels" ContentType="application/vnd.openxmlformats-package.relationships+xml"/>
  <Override PartName="/ppt/slideLayouts/_rels/slideLayout61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57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47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60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33.xml.rels" ContentType="application/vnd.openxmlformats-package.relationships+xml"/>
  <Override PartName="/ppt/slideLayouts/_rels/slideLayout34.xml.rels" ContentType="application/vnd.openxmlformats-package.relationships+xml"/>
  <Override PartName="/ppt/slideLayouts/_rels/slideLayout35.xml.rels" ContentType="application/vnd.openxmlformats-package.relationships+xml"/>
  <Override PartName="/ppt/slideLayouts/_rels/slideLayout36.xml.rels" ContentType="application/vnd.openxmlformats-package.relationships+xml"/>
  <Override PartName="/ppt/slideLayouts/_rels/slideLayout56.xml.rels" ContentType="application/vnd.openxmlformats-package.relationships+xml"/>
  <Override PartName="/ppt/slideLayouts/_rels/slideLayout44.xml.rels" ContentType="application/vnd.openxmlformats-package.relationships+xml"/>
  <Override PartName="/ppt/slideLayouts/_rels/slideLayout55.xml.rels" ContentType="application/vnd.openxmlformats-package.relationships+xml"/>
  <Override PartName="/ppt/slideLayouts/_rels/slideLayout43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54.xml.rels" ContentType="application/vnd.openxmlformats-package.relationships+xml"/>
  <Override PartName="/ppt/slideLayouts/_rels/slideLayout42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53.xml.rels" ContentType="application/vnd.openxmlformats-package.relationships+xml"/>
  <Override PartName="/ppt/slideLayouts/_rels/slideLayout41.xml.rels" ContentType="application/vnd.openxmlformats-package.relationships+xml"/>
  <Override PartName="/ppt/slideLayouts/_rels/slideLayout46.xml.rels" ContentType="application/vnd.openxmlformats-package.relationships+xml"/>
  <Override PartName="/ppt/slideLayouts/_rels/slideLayout45.xml.rels" ContentType="application/vnd.openxmlformats-package.relationships+xml"/>
  <Override PartName="/ppt/slideLayouts/_rels/slideLayout40.xml.rels" ContentType="application/vnd.openxmlformats-package.relationships+xml"/>
  <Override PartName="/ppt/slideLayouts/_rels/slideLayout38.xml.rels" ContentType="application/vnd.openxmlformats-package.relationships+xml"/>
  <Override PartName="/ppt/slideLayouts/_rels/slideLayout37.xml.rels" ContentType="application/vnd.openxmlformats-package.relationships+xml"/>
  <Override PartName="/ppt/slideLayouts/_rels/slideLayout58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59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62.xml.rels" ContentType="application/vnd.openxmlformats-package.relationships+xml"/>
  <Override PartName="/ppt/slideLayouts/_rels/slideLayout63.xml.rels" ContentType="application/vnd.openxmlformats-package.relationships+xml"/>
  <Override PartName="/ppt/slideLayouts/_rels/slideLayout39.xml.rels" ContentType="application/vnd.openxmlformats-package.relationships+xml"/>
  <Override PartName="/ppt/slideLayouts/_rels/slideLayout76.xml.rels" ContentType="application/vnd.openxmlformats-package.relationships+xml"/>
  <Override PartName="/ppt/slideLayouts/_rels/slideLayout64.xml.rels" ContentType="application/vnd.openxmlformats-package.relationships+xml"/>
  <Override PartName="/ppt/slideLayouts/_rels/slideLayout75.xml.rels" ContentType="application/vnd.openxmlformats-package.relationships+xml"/>
  <Override PartName="/ppt/slideLayouts/_rels/slideLayout74.xml.rels" ContentType="application/vnd.openxmlformats-package.relationships+xml"/>
  <Override PartName="/ppt/slideLayouts/_rels/slideLayout73.xml.rels" ContentType="application/vnd.openxmlformats-package.relationships+xml"/>
  <Override PartName="/ppt/slideLayouts/_rels/slideLayout72.xml.rels" ContentType="application/vnd.openxmlformats-package.relationships+xml"/>
  <Override PartName="/ppt/slideLayouts/_rels/slideLayout7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9.xml.rels" ContentType="application/vnd.openxmlformats-package.relationships+xml"/>
  <Override PartName="/ppt/slideLayouts/_rels/slideLayout69.xml.rels" ContentType="application/vnd.openxmlformats-package.relationships+xml"/>
  <Override PartName="/ppt/slideLayouts/_rels/slideLayout32.xml.rels" ContentType="application/vnd.openxmlformats-package.relationships+xml"/>
  <Override PartName="/ppt/slideLayouts/_rels/slideLayout7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28.xml.rels" ContentType="application/vnd.openxmlformats-package.relationships+xml"/>
  <Override PartName="/ppt/slideLayouts/_rels/slideLayout68.xml.rels" ContentType="application/vnd.openxmlformats-package.relationships+xml"/>
  <Override PartName="/ppt/slideLayouts/_rels/slideLayout31.xml.rels" ContentType="application/vnd.openxmlformats-package.relationships+xml"/>
  <Override PartName="/ppt/slideLayouts/_rels/slideLayout67.xml.rels" ContentType="application/vnd.openxmlformats-package.relationships+xml"/>
  <Override PartName="/ppt/slideLayouts/_rels/slideLayout30.xml.rels" ContentType="application/vnd.openxmlformats-package.relationships+xml"/>
  <Override PartName="/ppt/slideLayouts/_rels/slideLayout66.xml.rels" ContentType="application/vnd.openxmlformats-package.relationships+xml"/>
  <Override PartName="/ppt/slideLayouts/_rels/slideLayout65.xml.rels" ContentType="application/vnd.openxmlformats-package.relationships+xml"/>
  <Override PartName="/ppt/slideLayouts/_rels/slideLayout11.xml.rels" ContentType="application/vnd.openxmlformats-package.relationships+xml"/>
  <Override PartName="/ppt/slideLayouts/slideLayout37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  <p:sldMasterId id="2147483670" r:id="rId13"/>
    <p:sldMasterId id="2147483672" r:id="rId14"/>
    <p:sldMasterId id="2147483674" r:id="rId15"/>
    <p:sldMasterId id="2147483676" r:id="rId16"/>
    <p:sldMasterId id="2147483678" r:id="rId17"/>
    <p:sldMasterId id="2147483680" r:id="rId18"/>
    <p:sldMasterId id="2147483682" r:id="rId19"/>
    <p:sldMasterId id="2147483684" r:id="rId20"/>
    <p:sldMasterId id="2147483686" r:id="rId21"/>
    <p:sldMasterId id="2147483688" r:id="rId22"/>
    <p:sldMasterId id="2147483690" r:id="rId23"/>
    <p:sldMasterId id="2147483692" r:id="rId24"/>
    <p:sldMasterId id="2147483694" r:id="rId25"/>
    <p:sldMasterId id="2147483696" r:id="rId26"/>
    <p:sldMasterId id="2147483698" r:id="rId27"/>
    <p:sldMasterId id="2147483700" r:id="rId28"/>
    <p:sldMasterId id="2147483702" r:id="rId29"/>
    <p:sldMasterId id="2147483704" r:id="rId30"/>
    <p:sldMasterId id="2147483706" r:id="rId31"/>
    <p:sldMasterId id="2147483708" r:id="rId32"/>
    <p:sldMasterId id="2147483710" r:id="rId33"/>
    <p:sldMasterId id="2147483712" r:id="rId34"/>
    <p:sldMasterId id="2147483714" r:id="rId35"/>
    <p:sldMasterId id="2147483716" r:id="rId36"/>
    <p:sldMasterId id="2147483718" r:id="rId37"/>
    <p:sldMasterId id="2147483720" r:id="rId38"/>
    <p:sldMasterId id="2147483722" r:id="rId39"/>
    <p:sldMasterId id="2147483724" r:id="rId40"/>
    <p:sldMasterId id="2147483726" r:id="rId41"/>
    <p:sldMasterId id="2147483728" r:id="rId42"/>
    <p:sldMasterId id="2147483730" r:id="rId43"/>
    <p:sldMasterId id="2147483732" r:id="rId44"/>
    <p:sldMasterId id="2147483734" r:id="rId45"/>
    <p:sldMasterId id="2147483736" r:id="rId46"/>
    <p:sldMasterId id="2147483738" r:id="rId47"/>
    <p:sldMasterId id="2147483740" r:id="rId48"/>
    <p:sldMasterId id="2147483742" r:id="rId49"/>
    <p:sldMasterId id="2147483744" r:id="rId50"/>
    <p:sldMasterId id="2147483746" r:id="rId51"/>
    <p:sldMasterId id="2147483748" r:id="rId52"/>
    <p:sldMasterId id="2147483750" r:id="rId53"/>
    <p:sldMasterId id="2147483752" r:id="rId54"/>
    <p:sldMasterId id="2147483754" r:id="rId55"/>
    <p:sldMasterId id="2147483756" r:id="rId56"/>
    <p:sldMasterId id="2147483758" r:id="rId57"/>
    <p:sldMasterId id="2147483760" r:id="rId58"/>
    <p:sldMasterId id="2147483762" r:id="rId59"/>
    <p:sldMasterId id="2147483764" r:id="rId60"/>
    <p:sldMasterId id="2147483766" r:id="rId61"/>
    <p:sldMasterId id="2147483768" r:id="rId62"/>
    <p:sldMasterId id="2147483770" r:id="rId63"/>
    <p:sldMasterId id="2147483772" r:id="rId64"/>
    <p:sldMasterId id="2147483774" r:id="rId65"/>
    <p:sldMasterId id="2147483776" r:id="rId66"/>
    <p:sldMasterId id="2147483778" r:id="rId67"/>
    <p:sldMasterId id="2147483780" r:id="rId68"/>
    <p:sldMasterId id="2147483782" r:id="rId69"/>
    <p:sldMasterId id="2147483784" r:id="rId70"/>
    <p:sldMasterId id="2147483786" r:id="rId71"/>
    <p:sldMasterId id="2147483788" r:id="rId72"/>
    <p:sldMasterId id="2147483790" r:id="rId73"/>
    <p:sldMasterId id="2147483792" r:id="rId74"/>
    <p:sldMasterId id="2147483794" r:id="rId75"/>
    <p:sldMasterId id="2147483796" r:id="rId76"/>
    <p:sldMasterId id="2147483798" r:id="rId77"/>
  </p:sldMasterIdLst>
  <p:sldIdLst>
    <p:sldId id="256" r:id="rId78"/>
    <p:sldId id="257" r:id="rId79"/>
    <p:sldId id="258" r:id="rId80"/>
    <p:sldId id="259" r:id="rId81"/>
  </p:sldIdLst>
  <p:sldSz cx="9144000" cy="51435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Master" Target="slideMasters/slideMaster12.xml"/><Relationship Id="rId14" Type="http://schemas.openxmlformats.org/officeDocument/2006/relationships/slideMaster" Target="slideMasters/slideMaster13.xml"/><Relationship Id="rId15" Type="http://schemas.openxmlformats.org/officeDocument/2006/relationships/slideMaster" Target="slideMasters/slideMaster14.xml"/><Relationship Id="rId16" Type="http://schemas.openxmlformats.org/officeDocument/2006/relationships/slideMaster" Target="slideMasters/slideMaster15.xml"/><Relationship Id="rId17" Type="http://schemas.openxmlformats.org/officeDocument/2006/relationships/slideMaster" Target="slideMasters/slideMaster16.xml"/><Relationship Id="rId18" Type="http://schemas.openxmlformats.org/officeDocument/2006/relationships/slideMaster" Target="slideMasters/slideMaster17.xml"/><Relationship Id="rId19" Type="http://schemas.openxmlformats.org/officeDocument/2006/relationships/slideMaster" Target="slideMasters/slideMaster18.xml"/><Relationship Id="rId20" Type="http://schemas.openxmlformats.org/officeDocument/2006/relationships/slideMaster" Target="slideMasters/slideMaster19.xml"/><Relationship Id="rId21" Type="http://schemas.openxmlformats.org/officeDocument/2006/relationships/slideMaster" Target="slideMasters/slideMaster20.xml"/><Relationship Id="rId22" Type="http://schemas.openxmlformats.org/officeDocument/2006/relationships/slideMaster" Target="slideMasters/slideMaster21.xml"/><Relationship Id="rId23" Type="http://schemas.openxmlformats.org/officeDocument/2006/relationships/slideMaster" Target="slideMasters/slideMaster22.xml"/><Relationship Id="rId24" Type="http://schemas.openxmlformats.org/officeDocument/2006/relationships/slideMaster" Target="slideMasters/slideMaster23.xml"/><Relationship Id="rId25" Type="http://schemas.openxmlformats.org/officeDocument/2006/relationships/slideMaster" Target="slideMasters/slideMaster24.xml"/><Relationship Id="rId26" Type="http://schemas.openxmlformats.org/officeDocument/2006/relationships/slideMaster" Target="slideMasters/slideMaster25.xml"/><Relationship Id="rId27" Type="http://schemas.openxmlformats.org/officeDocument/2006/relationships/slideMaster" Target="slideMasters/slideMaster26.xml"/><Relationship Id="rId28" Type="http://schemas.openxmlformats.org/officeDocument/2006/relationships/slideMaster" Target="slideMasters/slideMaster27.xml"/><Relationship Id="rId29" Type="http://schemas.openxmlformats.org/officeDocument/2006/relationships/slideMaster" Target="slideMasters/slideMaster28.xml"/><Relationship Id="rId30" Type="http://schemas.openxmlformats.org/officeDocument/2006/relationships/slideMaster" Target="slideMasters/slideMaster29.xml"/><Relationship Id="rId31" Type="http://schemas.openxmlformats.org/officeDocument/2006/relationships/slideMaster" Target="slideMasters/slideMaster30.xml"/><Relationship Id="rId32" Type="http://schemas.openxmlformats.org/officeDocument/2006/relationships/slideMaster" Target="slideMasters/slideMaster31.xml"/><Relationship Id="rId33" Type="http://schemas.openxmlformats.org/officeDocument/2006/relationships/slideMaster" Target="slideMasters/slideMaster32.xml"/><Relationship Id="rId34" Type="http://schemas.openxmlformats.org/officeDocument/2006/relationships/slideMaster" Target="slideMasters/slideMaster33.xml"/><Relationship Id="rId35" Type="http://schemas.openxmlformats.org/officeDocument/2006/relationships/slideMaster" Target="slideMasters/slideMaster34.xml"/><Relationship Id="rId36" Type="http://schemas.openxmlformats.org/officeDocument/2006/relationships/slideMaster" Target="slideMasters/slideMaster35.xml"/><Relationship Id="rId37" Type="http://schemas.openxmlformats.org/officeDocument/2006/relationships/slideMaster" Target="slideMasters/slideMaster36.xml"/><Relationship Id="rId38" Type="http://schemas.openxmlformats.org/officeDocument/2006/relationships/slideMaster" Target="slideMasters/slideMaster37.xml"/><Relationship Id="rId39" Type="http://schemas.openxmlformats.org/officeDocument/2006/relationships/slideMaster" Target="slideMasters/slideMaster38.xml"/><Relationship Id="rId40" Type="http://schemas.openxmlformats.org/officeDocument/2006/relationships/slideMaster" Target="slideMasters/slideMaster39.xml"/><Relationship Id="rId41" Type="http://schemas.openxmlformats.org/officeDocument/2006/relationships/slideMaster" Target="slideMasters/slideMaster40.xml"/><Relationship Id="rId42" Type="http://schemas.openxmlformats.org/officeDocument/2006/relationships/slideMaster" Target="slideMasters/slideMaster41.xml"/><Relationship Id="rId43" Type="http://schemas.openxmlformats.org/officeDocument/2006/relationships/slideMaster" Target="slideMasters/slideMaster42.xml"/><Relationship Id="rId44" Type="http://schemas.openxmlformats.org/officeDocument/2006/relationships/slideMaster" Target="slideMasters/slideMaster43.xml"/><Relationship Id="rId45" Type="http://schemas.openxmlformats.org/officeDocument/2006/relationships/slideMaster" Target="slideMasters/slideMaster44.xml"/><Relationship Id="rId46" Type="http://schemas.openxmlformats.org/officeDocument/2006/relationships/slideMaster" Target="slideMasters/slideMaster45.xml"/><Relationship Id="rId47" Type="http://schemas.openxmlformats.org/officeDocument/2006/relationships/slideMaster" Target="slideMasters/slideMaster46.xml"/><Relationship Id="rId48" Type="http://schemas.openxmlformats.org/officeDocument/2006/relationships/slideMaster" Target="slideMasters/slideMaster47.xml"/><Relationship Id="rId49" Type="http://schemas.openxmlformats.org/officeDocument/2006/relationships/slideMaster" Target="slideMasters/slideMaster48.xml"/><Relationship Id="rId50" Type="http://schemas.openxmlformats.org/officeDocument/2006/relationships/slideMaster" Target="slideMasters/slideMaster49.xml"/><Relationship Id="rId51" Type="http://schemas.openxmlformats.org/officeDocument/2006/relationships/slideMaster" Target="slideMasters/slideMaster50.xml"/><Relationship Id="rId52" Type="http://schemas.openxmlformats.org/officeDocument/2006/relationships/slideMaster" Target="slideMasters/slideMaster51.xml"/><Relationship Id="rId53" Type="http://schemas.openxmlformats.org/officeDocument/2006/relationships/slideMaster" Target="slideMasters/slideMaster52.xml"/><Relationship Id="rId54" Type="http://schemas.openxmlformats.org/officeDocument/2006/relationships/slideMaster" Target="slideMasters/slideMaster53.xml"/><Relationship Id="rId55" Type="http://schemas.openxmlformats.org/officeDocument/2006/relationships/slideMaster" Target="slideMasters/slideMaster54.xml"/><Relationship Id="rId56" Type="http://schemas.openxmlformats.org/officeDocument/2006/relationships/slideMaster" Target="slideMasters/slideMaster55.xml"/><Relationship Id="rId57" Type="http://schemas.openxmlformats.org/officeDocument/2006/relationships/slideMaster" Target="slideMasters/slideMaster56.xml"/><Relationship Id="rId58" Type="http://schemas.openxmlformats.org/officeDocument/2006/relationships/slideMaster" Target="slideMasters/slideMaster57.xml"/><Relationship Id="rId59" Type="http://schemas.openxmlformats.org/officeDocument/2006/relationships/slideMaster" Target="slideMasters/slideMaster58.xml"/><Relationship Id="rId60" Type="http://schemas.openxmlformats.org/officeDocument/2006/relationships/slideMaster" Target="slideMasters/slideMaster59.xml"/><Relationship Id="rId61" Type="http://schemas.openxmlformats.org/officeDocument/2006/relationships/slideMaster" Target="slideMasters/slideMaster60.xml"/><Relationship Id="rId62" Type="http://schemas.openxmlformats.org/officeDocument/2006/relationships/slideMaster" Target="slideMasters/slideMaster61.xml"/><Relationship Id="rId63" Type="http://schemas.openxmlformats.org/officeDocument/2006/relationships/slideMaster" Target="slideMasters/slideMaster62.xml"/><Relationship Id="rId64" Type="http://schemas.openxmlformats.org/officeDocument/2006/relationships/slideMaster" Target="slideMasters/slideMaster63.xml"/><Relationship Id="rId65" Type="http://schemas.openxmlformats.org/officeDocument/2006/relationships/slideMaster" Target="slideMasters/slideMaster64.xml"/><Relationship Id="rId66" Type="http://schemas.openxmlformats.org/officeDocument/2006/relationships/slideMaster" Target="slideMasters/slideMaster65.xml"/><Relationship Id="rId67" Type="http://schemas.openxmlformats.org/officeDocument/2006/relationships/slideMaster" Target="slideMasters/slideMaster66.xml"/><Relationship Id="rId68" Type="http://schemas.openxmlformats.org/officeDocument/2006/relationships/slideMaster" Target="slideMasters/slideMaster67.xml"/><Relationship Id="rId69" Type="http://schemas.openxmlformats.org/officeDocument/2006/relationships/slideMaster" Target="slideMasters/slideMaster68.xml"/><Relationship Id="rId70" Type="http://schemas.openxmlformats.org/officeDocument/2006/relationships/slideMaster" Target="slideMasters/slideMaster69.xml"/><Relationship Id="rId71" Type="http://schemas.openxmlformats.org/officeDocument/2006/relationships/slideMaster" Target="slideMasters/slideMaster70.xml"/><Relationship Id="rId72" Type="http://schemas.openxmlformats.org/officeDocument/2006/relationships/slideMaster" Target="slideMasters/slideMaster71.xml"/><Relationship Id="rId73" Type="http://schemas.openxmlformats.org/officeDocument/2006/relationships/slideMaster" Target="slideMasters/slideMaster72.xml"/><Relationship Id="rId74" Type="http://schemas.openxmlformats.org/officeDocument/2006/relationships/slideMaster" Target="slideMasters/slideMaster73.xml"/><Relationship Id="rId75" Type="http://schemas.openxmlformats.org/officeDocument/2006/relationships/slideMaster" Target="slideMasters/slideMaster74.xml"/><Relationship Id="rId76" Type="http://schemas.openxmlformats.org/officeDocument/2006/relationships/slideMaster" Target="slideMasters/slideMaster75.xml"/><Relationship Id="rId77" Type="http://schemas.openxmlformats.org/officeDocument/2006/relationships/slideMaster" Target="slideMasters/slideMaster76.xml"/><Relationship Id="rId78" Type="http://schemas.openxmlformats.org/officeDocument/2006/relationships/slide" Target="slides/slide1.xml"/><Relationship Id="rId79" Type="http://schemas.openxmlformats.org/officeDocument/2006/relationships/slide" Target="slides/slide2.xml"/><Relationship Id="rId80" Type="http://schemas.openxmlformats.org/officeDocument/2006/relationships/slide" Target="slides/slide3.xml"/><Relationship Id="rId81" Type="http://schemas.openxmlformats.org/officeDocument/2006/relationships/slide" Target="slides/slide4.xml"/><Relationship Id="rId8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4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5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6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7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8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9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0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1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3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4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5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6.xml"/>
</Relationships>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7.xml"/>
</Relationships>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8.xml"/>
</Relationships>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9.xml"/>
</Relationships>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0.xml"/>
</Relationships>
</file>

<file path=ppt/slideLayouts/_rels/slideLayout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1.xml"/>
</Relationships>
</file>

<file path=ppt/slideLayouts/_rels/slideLayout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2.xml"/>
</Relationships>
</file>

<file path=ppt/slideLayouts/_rels/slideLayout3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3.xml"/>
</Relationships>
</file>

<file path=ppt/slideLayouts/_rels/slideLayout3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4.xml"/>
</Relationships>
</file>

<file path=ppt/slideLayouts/_rels/slideLayout3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5.xml"/>
</Relationships>
</file>

<file path=ppt/slideLayouts/_rels/slideLayout3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6.xml"/>
</Relationships>
</file>

<file path=ppt/slideLayouts/_rels/slideLayout3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7.xml"/>
</Relationships>
</file>

<file path=ppt/slideLayouts/_rels/slideLayout3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8.xml"/>
</Relationships>
</file>

<file path=ppt/slideLayouts/_rels/slideLayout3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9.xml"/>
</Relationships>
</file>

<file path=ppt/slideLayouts/_rels/slideLayout4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0.xml"/>
</Relationships>
</file>

<file path=ppt/slideLayouts/_rels/slideLayout4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1.xml"/>
</Relationships>
</file>

<file path=ppt/slideLayouts/_rels/slideLayout4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2.xml"/>
</Relationships>
</file>

<file path=ppt/slideLayouts/_rels/slideLayout4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3.xml"/>
</Relationships>
</file>

<file path=ppt/slideLayouts/_rels/slideLayout4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4.xml"/>
</Relationships>
</file>

<file path=ppt/slideLayouts/_rels/slideLayout4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5.xml"/>
</Relationships>
</file>

<file path=ppt/slideLayouts/_rels/slideLayout4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6.xml"/>
</Relationships>
</file>

<file path=ppt/slideLayouts/_rels/slideLayout4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7.xml"/>
</Relationships>
</file>

<file path=ppt/slideLayouts/_rels/slideLayout4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8.xml"/>
</Relationships>
</file>

<file path=ppt/slideLayouts/_rels/slideLayout4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9.xml"/>
</Relationships>
</file>

<file path=ppt/slideLayouts/_rels/slideLayout5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0.xml"/>
</Relationships>
</file>

<file path=ppt/slideLayouts/_rels/slideLayout5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1.xml"/>
</Relationships>
</file>

<file path=ppt/slideLayouts/_rels/slideLayout5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2.xml"/>
</Relationships>
</file>

<file path=ppt/slideLayouts/_rels/slideLayout5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3.xml"/>
</Relationships>
</file>

<file path=ppt/slideLayouts/_rels/slideLayout5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4.xml"/>
</Relationships>
</file>

<file path=ppt/slideLayouts/_rels/slideLayout5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5.xml"/>
</Relationships>
</file>

<file path=ppt/slideLayouts/_rels/slideLayout5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6.xml"/>
</Relationships>
</file>

<file path=ppt/slideLayouts/_rels/slideLayout5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7.xml"/>
</Relationships>
</file>

<file path=ppt/slideLayouts/_rels/slideLayout5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8.xml"/>
</Relationships>
</file>

<file path=ppt/slideLayouts/_rels/slideLayout5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9.xml"/>
</Relationships>
</file>

<file path=ppt/slideLayouts/_rels/slideLayout6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0.xml"/>
</Relationships>
</file>

<file path=ppt/slideLayouts/_rels/slideLayout6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1.xml"/>
</Relationships>
</file>

<file path=ppt/slideLayouts/_rels/slideLayout6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2.xml"/>
</Relationships>
</file>

<file path=ppt/slideLayouts/_rels/slideLayout6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3.xml"/>
</Relationships>
</file>

<file path=ppt/slideLayouts/_rels/slideLayout6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4.xml"/>
</Relationships>
</file>

<file path=ppt/slideLayouts/_rels/slideLayout6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5.xml"/>
</Relationships>
</file>

<file path=ppt/slideLayouts/_rels/slideLayout6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6.xml"/>
</Relationships>
</file>

<file path=ppt/slideLayouts/_rels/slideLayout6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7.xml"/>
</Relationships>
</file>

<file path=ppt/slideLayouts/_rels/slideLayout6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8.xml"/>
</Relationships>
</file>

<file path=ppt/slideLayouts/_rels/slideLayout6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9.xml"/>
</Relationships>
</file>

<file path=ppt/slideLayouts/_rels/slideLayout7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0.xml"/>
</Relationships>
</file>

<file path=ppt/slideLayouts/_rels/slideLayout7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1.xml"/>
</Relationships>
</file>

<file path=ppt/slideLayouts/_rels/slideLayout7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2.xml"/>
</Relationships>
</file>

<file path=ppt/slideLayouts/_rels/slideLayout7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3.xml"/>
</Relationships>
</file>

<file path=ppt/slideLayouts/_rels/slideLayout7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4.xml"/>
</Relationships>
</file>

<file path=ppt/slideLayouts/_rels/slideLayout7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5.xml"/>
</Relationships>
</file>

<file path=ppt/slideLayouts/_rels/slideLayout7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6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PlaceHolder 5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PlaceHolder 4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Defaul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" name="PlaceHolder 3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Defaul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PlaceHolder 5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Defaul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Default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Default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1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Default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0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1" name="PlaceHolder 4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Default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9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0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1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Default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8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9" name="PlaceHolder 3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Default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8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9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0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1" name="PlaceHolder 5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1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Default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4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5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3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Default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3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3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Default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9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0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1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3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Default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9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0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1" name="PlaceHolder 4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3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Default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8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9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3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Default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4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5" name="PlaceHolder 3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3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Default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3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4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5" name="PlaceHolder 5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4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4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4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9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4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Default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3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4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8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9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4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Default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4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4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Default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8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9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4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Default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6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7" name="PlaceHolder 4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4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Default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6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7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5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Default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4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5" name="PlaceHolder 3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5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Default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4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5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6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7" name="PlaceHolder 5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5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5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5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9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5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Default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5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3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5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Default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5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5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Default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8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9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6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Default 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8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9" name="PlaceHolder 4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6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Default 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1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2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535416CF-7720-481C-B9D2-C63FB1202CD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Default 4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3" name="PlaceHolder 3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A82C14D0-4CB1-4D23-AB2F-AB465F92E531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Default 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6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7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8" name="PlaceHolder 5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D076F8C5-6AC4-4AAA-9338-80FBAD018177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5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0D6B9796-F483-499D-B09F-608986D7F5E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5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CD278F7E-A9A1-4EFE-AA47-A3552BA337C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5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7"/>
          </p:nvPr>
        </p:nvSpPr>
        <p:spPr/>
        <p:txBody>
          <a:bodyPr/>
          <a:p>
            <a:fld id="{524DBDCC-FBE8-495A-A260-AF9DA16CD28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Default 5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6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0"/>
          </p:nvPr>
        </p:nvSpPr>
        <p:spPr/>
        <p:txBody>
          <a:bodyPr/>
          <a:p>
            <a:fld id="{2FD622D4-EDBE-45AF-806E-451FC28E041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2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 5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6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7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3"/>
          </p:nvPr>
        </p:nvSpPr>
        <p:spPr/>
        <p:txBody>
          <a:bodyPr/>
          <a:p>
            <a:fld id="{66D16A1A-62F9-44BB-9506-A0929A7F788A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2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Default 5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6"/>
          </p:nvPr>
        </p:nvSpPr>
        <p:spPr/>
        <p:txBody>
          <a:bodyPr/>
          <a:p>
            <a:fld id="{C69E2B56-AC1C-4A31-9623-0A0097BB9DAC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5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9"/>
          </p:nvPr>
        </p:nvSpPr>
        <p:spPr/>
        <p:txBody>
          <a:bodyPr/>
          <a:p>
            <a:fld id="{7BE43C98-A57B-44BB-805C-C24E014FFBE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Default 5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1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2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3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2"/>
          </p:nvPr>
        </p:nvSpPr>
        <p:spPr/>
        <p:txBody>
          <a:bodyPr/>
          <a:p>
            <a:fld id="{E31D3270-BF8D-490C-BF68-BC3B34A9FD6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Default 5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3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4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5" name="PlaceHolder 4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3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5"/>
          </p:nvPr>
        </p:nvSpPr>
        <p:spPr/>
        <p:txBody>
          <a:bodyPr/>
          <a:p>
            <a:fld id="{0D784A8D-A36B-42D7-9B72-D30FAB971BE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4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7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4_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7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4__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7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40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_rels/slideMaster12.xml.rels><?xml version="1.0" encoding="UTF-8"?>
<Relationships xmlns="http://schemas.openxmlformats.org/package/2006/relationships"><Relationship Id="rId1" Type="http://schemas.openxmlformats.org/officeDocument/2006/relationships/theme" Target="../theme/theme12.xml"/><Relationship Id="rId2" Type="http://schemas.openxmlformats.org/officeDocument/2006/relationships/slideLayout" Target="../slideLayouts/slideLayout12.xml"/>
</Relationships>
</file>

<file path=ppt/slideMasters/_rels/slideMaster13.xml.rels><?xml version="1.0" encoding="UTF-8"?>
<Relationships xmlns="http://schemas.openxmlformats.org/package/2006/relationships"><Relationship Id="rId1" Type="http://schemas.openxmlformats.org/officeDocument/2006/relationships/theme" Target="../theme/theme13.xml"/><Relationship Id="rId2" Type="http://schemas.openxmlformats.org/officeDocument/2006/relationships/slideLayout" Target="../slideLayouts/slideLayout13.xml"/>
</Relationships>
</file>

<file path=ppt/slideMasters/_rels/slideMaster14.xml.rels><?xml version="1.0" encoding="UTF-8"?>
<Relationships xmlns="http://schemas.openxmlformats.org/package/2006/relationships"><Relationship Id="rId1" Type="http://schemas.openxmlformats.org/officeDocument/2006/relationships/theme" Target="../theme/theme14.xml"/><Relationship Id="rId2" Type="http://schemas.openxmlformats.org/officeDocument/2006/relationships/slideLayout" Target="../slideLayouts/slideLayout14.xml"/>
</Relationships>
</file>

<file path=ppt/slideMasters/_rels/slideMaster15.xml.rels><?xml version="1.0" encoding="UTF-8"?>
<Relationships xmlns="http://schemas.openxmlformats.org/package/2006/relationships"><Relationship Id="rId1" Type="http://schemas.openxmlformats.org/officeDocument/2006/relationships/theme" Target="../theme/theme15.xml"/><Relationship Id="rId2" Type="http://schemas.openxmlformats.org/officeDocument/2006/relationships/slideLayout" Target="../slideLayouts/slideLayout15.xml"/>
</Relationships>
</file>

<file path=ppt/slideMasters/_rels/slideMaster16.xml.rels><?xml version="1.0" encoding="UTF-8"?>
<Relationships xmlns="http://schemas.openxmlformats.org/package/2006/relationships"><Relationship Id="rId1" Type="http://schemas.openxmlformats.org/officeDocument/2006/relationships/theme" Target="../theme/theme16.xml"/><Relationship Id="rId2" Type="http://schemas.openxmlformats.org/officeDocument/2006/relationships/slideLayout" Target="../slideLayouts/slideLayout16.xml"/>
</Relationships>
</file>

<file path=ppt/slideMasters/_rels/slideMaster17.xml.rels><?xml version="1.0" encoding="UTF-8"?>
<Relationships xmlns="http://schemas.openxmlformats.org/package/2006/relationships"><Relationship Id="rId1" Type="http://schemas.openxmlformats.org/officeDocument/2006/relationships/theme" Target="../theme/theme17.xml"/><Relationship Id="rId2" Type="http://schemas.openxmlformats.org/officeDocument/2006/relationships/slideLayout" Target="../slideLayouts/slideLayout17.xml"/>
</Relationships>
</file>

<file path=ppt/slideMasters/_rels/slideMaster18.xml.rels><?xml version="1.0" encoding="UTF-8"?>
<Relationships xmlns="http://schemas.openxmlformats.org/package/2006/relationships"><Relationship Id="rId1" Type="http://schemas.openxmlformats.org/officeDocument/2006/relationships/theme" Target="../theme/theme18.xml"/><Relationship Id="rId2" Type="http://schemas.openxmlformats.org/officeDocument/2006/relationships/slideLayout" Target="../slideLayouts/slideLayout18.xml"/>
</Relationships>
</file>

<file path=ppt/slideMasters/_rels/slideMaster19.xml.rels><?xml version="1.0" encoding="UTF-8"?>
<Relationships xmlns="http://schemas.openxmlformats.org/package/2006/relationships"><Relationship Id="rId1" Type="http://schemas.openxmlformats.org/officeDocument/2006/relationships/theme" Target="../theme/theme19.xml"/><Relationship Id="rId2" Type="http://schemas.openxmlformats.org/officeDocument/2006/relationships/slideLayout" Target="../slideLayouts/slideLayout19.xml"/>
</Relationships>
</file>

<file path=ppt/slideMasters/_rels/slideMaster20.xml.rels><?xml version="1.0" encoding="UTF-8"?>
<Relationships xmlns="http://schemas.openxmlformats.org/package/2006/relationships"><Relationship Id="rId1" Type="http://schemas.openxmlformats.org/officeDocument/2006/relationships/theme" Target="../theme/theme20.xml"/><Relationship Id="rId2" Type="http://schemas.openxmlformats.org/officeDocument/2006/relationships/slideLayout" Target="../slideLayouts/slideLayout20.xml"/>
</Relationships>
</file>

<file path=ppt/slideMasters/_rels/slideMaster21.xml.rels><?xml version="1.0" encoding="UTF-8"?>
<Relationships xmlns="http://schemas.openxmlformats.org/package/2006/relationships"><Relationship Id="rId1" Type="http://schemas.openxmlformats.org/officeDocument/2006/relationships/theme" Target="../theme/theme21.xml"/><Relationship Id="rId2" Type="http://schemas.openxmlformats.org/officeDocument/2006/relationships/slideLayout" Target="../slideLayouts/slideLayout21.xml"/>
</Relationships>
</file>

<file path=ppt/slideMasters/_rels/slideMaster22.xml.rels><?xml version="1.0" encoding="UTF-8"?>
<Relationships xmlns="http://schemas.openxmlformats.org/package/2006/relationships"><Relationship Id="rId1" Type="http://schemas.openxmlformats.org/officeDocument/2006/relationships/theme" Target="../theme/theme22.xml"/><Relationship Id="rId2" Type="http://schemas.openxmlformats.org/officeDocument/2006/relationships/slideLayout" Target="../slideLayouts/slideLayout22.xml"/>
</Relationships>
</file>

<file path=ppt/slideMasters/_rels/slideMaster23.xml.rels><?xml version="1.0" encoding="UTF-8"?>
<Relationships xmlns="http://schemas.openxmlformats.org/package/2006/relationships"><Relationship Id="rId1" Type="http://schemas.openxmlformats.org/officeDocument/2006/relationships/theme" Target="../theme/theme23.xml"/><Relationship Id="rId2" Type="http://schemas.openxmlformats.org/officeDocument/2006/relationships/slideLayout" Target="../slideLayouts/slideLayout23.xml"/>
</Relationships>
</file>

<file path=ppt/slideMasters/_rels/slideMaster24.xml.rels><?xml version="1.0" encoding="UTF-8"?>
<Relationships xmlns="http://schemas.openxmlformats.org/package/2006/relationships"><Relationship Id="rId1" Type="http://schemas.openxmlformats.org/officeDocument/2006/relationships/theme" Target="../theme/theme24.xml"/><Relationship Id="rId2" Type="http://schemas.openxmlformats.org/officeDocument/2006/relationships/slideLayout" Target="../slideLayouts/slideLayout24.xml"/>
</Relationships>
</file>

<file path=ppt/slideMasters/_rels/slideMaster25.xml.rels><?xml version="1.0" encoding="UTF-8"?>
<Relationships xmlns="http://schemas.openxmlformats.org/package/2006/relationships"><Relationship Id="rId1" Type="http://schemas.openxmlformats.org/officeDocument/2006/relationships/theme" Target="../theme/theme25.xml"/><Relationship Id="rId2" Type="http://schemas.openxmlformats.org/officeDocument/2006/relationships/slideLayout" Target="../slideLayouts/slideLayout25.xml"/>
</Relationships>
</file>

<file path=ppt/slideMasters/_rels/slideMaster26.xml.rels><?xml version="1.0" encoding="UTF-8"?>
<Relationships xmlns="http://schemas.openxmlformats.org/package/2006/relationships"><Relationship Id="rId1" Type="http://schemas.openxmlformats.org/officeDocument/2006/relationships/theme" Target="../theme/theme26.xml"/><Relationship Id="rId2" Type="http://schemas.openxmlformats.org/officeDocument/2006/relationships/slideLayout" Target="../slideLayouts/slideLayout26.xml"/>
</Relationships>
</file>

<file path=ppt/slideMasters/_rels/slideMaster27.xml.rels><?xml version="1.0" encoding="UTF-8"?>
<Relationships xmlns="http://schemas.openxmlformats.org/package/2006/relationships"><Relationship Id="rId1" Type="http://schemas.openxmlformats.org/officeDocument/2006/relationships/theme" Target="../theme/theme27.xml"/><Relationship Id="rId2" Type="http://schemas.openxmlformats.org/officeDocument/2006/relationships/slideLayout" Target="../slideLayouts/slideLayout27.xml"/>
</Relationships>
</file>

<file path=ppt/slideMasters/_rels/slideMaster28.xml.rels><?xml version="1.0" encoding="UTF-8"?>
<Relationships xmlns="http://schemas.openxmlformats.org/package/2006/relationships"><Relationship Id="rId1" Type="http://schemas.openxmlformats.org/officeDocument/2006/relationships/theme" Target="../theme/theme28.xml"/><Relationship Id="rId2" Type="http://schemas.openxmlformats.org/officeDocument/2006/relationships/slideLayout" Target="../slideLayouts/slideLayout28.xml"/>
</Relationships>
</file>

<file path=ppt/slideMasters/_rels/slideMaster29.xml.rels><?xml version="1.0" encoding="UTF-8"?>
<Relationships xmlns="http://schemas.openxmlformats.org/package/2006/relationships"><Relationship Id="rId1" Type="http://schemas.openxmlformats.org/officeDocument/2006/relationships/theme" Target="../theme/theme29.xml"/><Relationship Id="rId2" Type="http://schemas.openxmlformats.org/officeDocument/2006/relationships/slideLayout" Target="../slideLayouts/slideLayout29.xml"/>
</Relationships>
</file>

<file path=ppt/slideMasters/_rels/slideMaster30.xml.rels><?xml version="1.0" encoding="UTF-8"?>
<Relationships xmlns="http://schemas.openxmlformats.org/package/2006/relationships"><Relationship Id="rId1" Type="http://schemas.openxmlformats.org/officeDocument/2006/relationships/theme" Target="../theme/theme30.xml"/><Relationship Id="rId2" Type="http://schemas.openxmlformats.org/officeDocument/2006/relationships/slideLayout" Target="../slideLayouts/slideLayout30.xml"/>
</Relationships>
</file>

<file path=ppt/slideMasters/_rels/slideMaster31.xml.rels><?xml version="1.0" encoding="UTF-8"?>
<Relationships xmlns="http://schemas.openxmlformats.org/package/2006/relationships"><Relationship Id="rId1" Type="http://schemas.openxmlformats.org/officeDocument/2006/relationships/theme" Target="../theme/theme31.xml"/><Relationship Id="rId2" Type="http://schemas.openxmlformats.org/officeDocument/2006/relationships/slideLayout" Target="../slideLayouts/slideLayout31.xml"/>
</Relationships>
</file>

<file path=ppt/slideMasters/_rels/slideMaster32.xml.rels><?xml version="1.0" encoding="UTF-8"?>
<Relationships xmlns="http://schemas.openxmlformats.org/package/2006/relationships"><Relationship Id="rId1" Type="http://schemas.openxmlformats.org/officeDocument/2006/relationships/theme" Target="../theme/theme32.xml"/><Relationship Id="rId2" Type="http://schemas.openxmlformats.org/officeDocument/2006/relationships/slideLayout" Target="../slideLayouts/slideLayout32.xml"/>
</Relationships>
</file>

<file path=ppt/slideMasters/_rels/slideMaster33.xml.rels><?xml version="1.0" encoding="UTF-8"?>
<Relationships xmlns="http://schemas.openxmlformats.org/package/2006/relationships"><Relationship Id="rId1" Type="http://schemas.openxmlformats.org/officeDocument/2006/relationships/theme" Target="../theme/theme33.xml"/><Relationship Id="rId2" Type="http://schemas.openxmlformats.org/officeDocument/2006/relationships/slideLayout" Target="../slideLayouts/slideLayout33.xml"/>
</Relationships>
</file>

<file path=ppt/slideMasters/_rels/slideMaster34.xml.rels><?xml version="1.0" encoding="UTF-8"?>
<Relationships xmlns="http://schemas.openxmlformats.org/package/2006/relationships"><Relationship Id="rId1" Type="http://schemas.openxmlformats.org/officeDocument/2006/relationships/theme" Target="../theme/theme34.xml"/><Relationship Id="rId2" Type="http://schemas.openxmlformats.org/officeDocument/2006/relationships/slideLayout" Target="../slideLayouts/slideLayout34.xml"/>
</Relationships>
</file>

<file path=ppt/slideMasters/_rels/slideMaster35.xml.rels><?xml version="1.0" encoding="UTF-8"?>
<Relationships xmlns="http://schemas.openxmlformats.org/package/2006/relationships"><Relationship Id="rId1" Type="http://schemas.openxmlformats.org/officeDocument/2006/relationships/theme" Target="../theme/theme35.xml"/><Relationship Id="rId2" Type="http://schemas.openxmlformats.org/officeDocument/2006/relationships/slideLayout" Target="../slideLayouts/slideLayout35.xml"/>
</Relationships>
</file>

<file path=ppt/slideMasters/_rels/slideMaster36.xml.rels><?xml version="1.0" encoding="UTF-8"?>
<Relationships xmlns="http://schemas.openxmlformats.org/package/2006/relationships"><Relationship Id="rId1" Type="http://schemas.openxmlformats.org/officeDocument/2006/relationships/theme" Target="../theme/theme36.xml"/><Relationship Id="rId2" Type="http://schemas.openxmlformats.org/officeDocument/2006/relationships/slideLayout" Target="../slideLayouts/slideLayout36.xml"/>
</Relationships>
</file>

<file path=ppt/slideMasters/_rels/slideMaster37.xml.rels><?xml version="1.0" encoding="UTF-8"?>
<Relationships xmlns="http://schemas.openxmlformats.org/package/2006/relationships"><Relationship Id="rId1" Type="http://schemas.openxmlformats.org/officeDocument/2006/relationships/theme" Target="../theme/theme37.xml"/><Relationship Id="rId2" Type="http://schemas.openxmlformats.org/officeDocument/2006/relationships/slideLayout" Target="../slideLayouts/slideLayout37.xml"/>
</Relationships>
</file>

<file path=ppt/slideMasters/_rels/slideMaster38.xml.rels><?xml version="1.0" encoding="UTF-8"?>
<Relationships xmlns="http://schemas.openxmlformats.org/package/2006/relationships"><Relationship Id="rId1" Type="http://schemas.openxmlformats.org/officeDocument/2006/relationships/theme" Target="../theme/theme38.xml"/><Relationship Id="rId2" Type="http://schemas.openxmlformats.org/officeDocument/2006/relationships/slideLayout" Target="../slideLayouts/slideLayout38.xml"/>
</Relationships>
</file>

<file path=ppt/slideMasters/_rels/slideMaster39.xml.rels><?xml version="1.0" encoding="UTF-8"?>
<Relationships xmlns="http://schemas.openxmlformats.org/package/2006/relationships"><Relationship Id="rId1" Type="http://schemas.openxmlformats.org/officeDocument/2006/relationships/theme" Target="../theme/theme39.xml"/><Relationship Id="rId2" Type="http://schemas.openxmlformats.org/officeDocument/2006/relationships/slideLayout" Target="../slideLayouts/slideLayout39.xml"/>
</Relationships>
</file>

<file path=ppt/slideMasters/_rels/slideMaster40.xml.rels><?xml version="1.0" encoding="UTF-8"?>
<Relationships xmlns="http://schemas.openxmlformats.org/package/2006/relationships"><Relationship Id="rId1" Type="http://schemas.openxmlformats.org/officeDocument/2006/relationships/theme" Target="../theme/theme40.xml"/><Relationship Id="rId2" Type="http://schemas.openxmlformats.org/officeDocument/2006/relationships/slideLayout" Target="../slideLayouts/slideLayout40.xml"/>
</Relationships>
</file>

<file path=ppt/slideMasters/_rels/slideMaster41.xml.rels><?xml version="1.0" encoding="UTF-8"?>
<Relationships xmlns="http://schemas.openxmlformats.org/package/2006/relationships"><Relationship Id="rId1" Type="http://schemas.openxmlformats.org/officeDocument/2006/relationships/theme" Target="../theme/theme41.xml"/><Relationship Id="rId2" Type="http://schemas.openxmlformats.org/officeDocument/2006/relationships/slideLayout" Target="../slideLayouts/slideLayout41.xml"/>
</Relationships>
</file>

<file path=ppt/slideMasters/_rels/slideMaster42.xml.rels><?xml version="1.0" encoding="UTF-8"?>
<Relationships xmlns="http://schemas.openxmlformats.org/package/2006/relationships"><Relationship Id="rId1" Type="http://schemas.openxmlformats.org/officeDocument/2006/relationships/theme" Target="../theme/theme42.xml"/><Relationship Id="rId2" Type="http://schemas.openxmlformats.org/officeDocument/2006/relationships/slideLayout" Target="../slideLayouts/slideLayout42.xml"/>
</Relationships>
</file>

<file path=ppt/slideMasters/_rels/slideMaster43.xml.rels><?xml version="1.0" encoding="UTF-8"?>
<Relationships xmlns="http://schemas.openxmlformats.org/package/2006/relationships"><Relationship Id="rId1" Type="http://schemas.openxmlformats.org/officeDocument/2006/relationships/theme" Target="../theme/theme43.xml"/><Relationship Id="rId2" Type="http://schemas.openxmlformats.org/officeDocument/2006/relationships/slideLayout" Target="../slideLayouts/slideLayout43.xml"/>
</Relationships>
</file>

<file path=ppt/slideMasters/_rels/slideMaster44.xml.rels><?xml version="1.0" encoding="UTF-8"?>
<Relationships xmlns="http://schemas.openxmlformats.org/package/2006/relationships"><Relationship Id="rId1" Type="http://schemas.openxmlformats.org/officeDocument/2006/relationships/theme" Target="../theme/theme44.xml"/><Relationship Id="rId2" Type="http://schemas.openxmlformats.org/officeDocument/2006/relationships/slideLayout" Target="../slideLayouts/slideLayout44.xml"/>
</Relationships>
</file>

<file path=ppt/slideMasters/_rels/slideMaster45.xml.rels><?xml version="1.0" encoding="UTF-8"?>
<Relationships xmlns="http://schemas.openxmlformats.org/package/2006/relationships"><Relationship Id="rId1" Type="http://schemas.openxmlformats.org/officeDocument/2006/relationships/theme" Target="../theme/theme45.xml"/><Relationship Id="rId2" Type="http://schemas.openxmlformats.org/officeDocument/2006/relationships/slideLayout" Target="../slideLayouts/slideLayout45.xml"/>
</Relationships>
</file>

<file path=ppt/slideMasters/_rels/slideMaster46.xml.rels><?xml version="1.0" encoding="UTF-8"?>
<Relationships xmlns="http://schemas.openxmlformats.org/package/2006/relationships"><Relationship Id="rId1" Type="http://schemas.openxmlformats.org/officeDocument/2006/relationships/theme" Target="../theme/theme46.xml"/><Relationship Id="rId2" Type="http://schemas.openxmlformats.org/officeDocument/2006/relationships/slideLayout" Target="../slideLayouts/slideLayout46.xml"/>
</Relationships>
</file>

<file path=ppt/slideMasters/_rels/slideMaster47.xml.rels><?xml version="1.0" encoding="UTF-8"?>
<Relationships xmlns="http://schemas.openxmlformats.org/package/2006/relationships"><Relationship Id="rId1" Type="http://schemas.openxmlformats.org/officeDocument/2006/relationships/theme" Target="../theme/theme47.xml"/><Relationship Id="rId2" Type="http://schemas.openxmlformats.org/officeDocument/2006/relationships/slideLayout" Target="../slideLayouts/slideLayout47.xml"/>
</Relationships>
</file>

<file path=ppt/slideMasters/_rels/slideMaster48.xml.rels><?xml version="1.0" encoding="UTF-8"?>
<Relationships xmlns="http://schemas.openxmlformats.org/package/2006/relationships"><Relationship Id="rId1" Type="http://schemas.openxmlformats.org/officeDocument/2006/relationships/theme" Target="../theme/theme48.xml"/><Relationship Id="rId2" Type="http://schemas.openxmlformats.org/officeDocument/2006/relationships/slideLayout" Target="../slideLayouts/slideLayout48.xml"/>
</Relationships>
</file>

<file path=ppt/slideMasters/_rels/slideMaster49.xml.rels><?xml version="1.0" encoding="UTF-8"?>
<Relationships xmlns="http://schemas.openxmlformats.org/package/2006/relationships"><Relationship Id="rId1" Type="http://schemas.openxmlformats.org/officeDocument/2006/relationships/theme" Target="../theme/theme49.xml"/><Relationship Id="rId2" Type="http://schemas.openxmlformats.org/officeDocument/2006/relationships/slideLayout" Target="../slideLayouts/slideLayout49.xml"/>
</Relationships>
</file>

<file path=ppt/slideMasters/_rels/slideMaster50.xml.rels><?xml version="1.0" encoding="UTF-8"?>
<Relationships xmlns="http://schemas.openxmlformats.org/package/2006/relationships"><Relationship Id="rId1" Type="http://schemas.openxmlformats.org/officeDocument/2006/relationships/theme" Target="../theme/theme50.xml"/><Relationship Id="rId2" Type="http://schemas.openxmlformats.org/officeDocument/2006/relationships/slideLayout" Target="../slideLayouts/slideLayout50.xml"/>
</Relationships>
</file>

<file path=ppt/slideMasters/_rels/slideMaster51.xml.rels><?xml version="1.0" encoding="UTF-8"?>
<Relationships xmlns="http://schemas.openxmlformats.org/package/2006/relationships"><Relationship Id="rId1" Type="http://schemas.openxmlformats.org/officeDocument/2006/relationships/theme" Target="../theme/theme51.xml"/><Relationship Id="rId2" Type="http://schemas.openxmlformats.org/officeDocument/2006/relationships/slideLayout" Target="../slideLayouts/slideLayout51.xml"/>
</Relationships>
</file>

<file path=ppt/slideMasters/_rels/slideMaster52.xml.rels><?xml version="1.0" encoding="UTF-8"?>
<Relationships xmlns="http://schemas.openxmlformats.org/package/2006/relationships"><Relationship Id="rId1" Type="http://schemas.openxmlformats.org/officeDocument/2006/relationships/theme" Target="../theme/theme52.xml"/><Relationship Id="rId2" Type="http://schemas.openxmlformats.org/officeDocument/2006/relationships/slideLayout" Target="../slideLayouts/slideLayout52.xml"/>
</Relationships>
</file>

<file path=ppt/slideMasters/_rels/slideMaster53.xml.rels><?xml version="1.0" encoding="UTF-8"?>
<Relationships xmlns="http://schemas.openxmlformats.org/package/2006/relationships"><Relationship Id="rId1" Type="http://schemas.openxmlformats.org/officeDocument/2006/relationships/theme" Target="../theme/theme53.xml"/><Relationship Id="rId2" Type="http://schemas.openxmlformats.org/officeDocument/2006/relationships/slideLayout" Target="../slideLayouts/slideLayout53.xml"/>
</Relationships>
</file>

<file path=ppt/slideMasters/_rels/slideMaster54.xml.rels><?xml version="1.0" encoding="UTF-8"?>
<Relationships xmlns="http://schemas.openxmlformats.org/package/2006/relationships"><Relationship Id="rId1" Type="http://schemas.openxmlformats.org/officeDocument/2006/relationships/theme" Target="../theme/theme54.xml"/><Relationship Id="rId2" Type="http://schemas.openxmlformats.org/officeDocument/2006/relationships/slideLayout" Target="../slideLayouts/slideLayout54.xml"/>
</Relationships>
</file>

<file path=ppt/slideMasters/_rels/slideMaster55.xml.rels><?xml version="1.0" encoding="UTF-8"?>
<Relationships xmlns="http://schemas.openxmlformats.org/package/2006/relationships"><Relationship Id="rId1" Type="http://schemas.openxmlformats.org/officeDocument/2006/relationships/theme" Target="../theme/theme55.xml"/><Relationship Id="rId2" Type="http://schemas.openxmlformats.org/officeDocument/2006/relationships/slideLayout" Target="../slideLayouts/slideLayout55.xml"/>
</Relationships>
</file>

<file path=ppt/slideMasters/_rels/slideMaster56.xml.rels><?xml version="1.0" encoding="UTF-8"?>
<Relationships xmlns="http://schemas.openxmlformats.org/package/2006/relationships"><Relationship Id="rId1" Type="http://schemas.openxmlformats.org/officeDocument/2006/relationships/theme" Target="../theme/theme56.xml"/><Relationship Id="rId2" Type="http://schemas.openxmlformats.org/officeDocument/2006/relationships/slideLayout" Target="../slideLayouts/slideLayout56.xml"/>
</Relationships>
</file>

<file path=ppt/slideMasters/_rels/slideMaster57.xml.rels><?xml version="1.0" encoding="UTF-8"?>
<Relationships xmlns="http://schemas.openxmlformats.org/package/2006/relationships"><Relationship Id="rId1" Type="http://schemas.openxmlformats.org/officeDocument/2006/relationships/theme" Target="../theme/theme57.xml"/><Relationship Id="rId2" Type="http://schemas.openxmlformats.org/officeDocument/2006/relationships/slideLayout" Target="../slideLayouts/slideLayout57.xml"/>
</Relationships>
</file>

<file path=ppt/slideMasters/_rels/slideMaster58.xml.rels><?xml version="1.0" encoding="UTF-8"?>
<Relationships xmlns="http://schemas.openxmlformats.org/package/2006/relationships"><Relationship Id="rId1" Type="http://schemas.openxmlformats.org/officeDocument/2006/relationships/theme" Target="../theme/theme58.xml"/><Relationship Id="rId2" Type="http://schemas.openxmlformats.org/officeDocument/2006/relationships/slideLayout" Target="../slideLayouts/slideLayout58.xml"/>
</Relationships>
</file>

<file path=ppt/slideMasters/_rels/slideMaster59.xml.rels><?xml version="1.0" encoding="UTF-8"?>
<Relationships xmlns="http://schemas.openxmlformats.org/package/2006/relationships"><Relationship Id="rId1" Type="http://schemas.openxmlformats.org/officeDocument/2006/relationships/theme" Target="../theme/theme59.xml"/><Relationship Id="rId2" Type="http://schemas.openxmlformats.org/officeDocument/2006/relationships/slideLayout" Target="../slideLayouts/slideLayout59.xml"/>
</Relationships>
</file>

<file path=ppt/slideMasters/_rels/slideMaster60.xml.rels><?xml version="1.0" encoding="UTF-8"?>
<Relationships xmlns="http://schemas.openxmlformats.org/package/2006/relationships"><Relationship Id="rId1" Type="http://schemas.openxmlformats.org/officeDocument/2006/relationships/theme" Target="../theme/theme60.xml"/><Relationship Id="rId2" Type="http://schemas.openxmlformats.org/officeDocument/2006/relationships/slideLayout" Target="../slideLayouts/slideLayout60.xml"/>
</Relationships>
</file>

<file path=ppt/slideMasters/_rels/slideMaster61.xml.rels><?xml version="1.0" encoding="UTF-8"?>
<Relationships xmlns="http://schemas.openxmlformats.org/package/2006/relationships"><Relationship Id="rId1" Type="http://schemas.openxmlformats.org/officeDocument/2006/relationships/theme" Target="../theme/theme61.xml"/><Relationship Id="rId2" Type="http://schemas.openxmlformats.org/officeDocument/2006/relationships/slideLayout" Target="../slideLayouts/slideLayout61.xml"/>
</Relationships>
</file>

<file path=ppt/slideMasters/_rels/slideMaster62.xml.rels><?xml version="1.0" encoding="UTF-8"?>
<Relationships xmlns="http://schemas.openxmlformats.org/package/2006/relationships"><Relationship Id="rId1" Type="http://schemas.openxmlformats.org/officeDocument/2006/relationships/theme" Target="../theme/theme62.xml"/><Relationship Id="rId2" Type="http://schemas.openxmlformats.org/officeDocument/2006/relationships/slideLayout" Target="../slideLayouts/slideLayout62.xml"/>
</Relationships>
</file>

<file path=ppt/slideMasters/_rels/slideMaster63.xml.rels><?xml version="1.0" encoding="UTF-8"?>
<Relationships xmlns="http://schemas.openxmlformats.org/package/2006/relationships"><Relationship Id="rId1" Type="http://schemas.openxmlformats.org/officeDocument/2006/relationships/theme" Target="../theme/theme63.xml"/><Relationship Id="rId2" Type="http://schemas.openxmlformats.org/officeDocument/2006/relationships/slideLayout" Target="../slideLayouts/slideLayout63.xml"/>
</Relationships>
</file>

<file path=ppt/slideMasters/_rels/slideMaster64.xml.rels><?xml version="1.0" encoding="UTF-8"?>
<Relationships xmlns="http://schemas.openxmlformats.org/package/2006/relationships"><Relationship Id="rId1" Type="http://schemas.openxmlformats.org/officeDocument/2006/relationships/theme" Target="../theme/theme64.xml"/><Relationship Id="rId2" Type="http://schemas.openxmlformats.org/officeDocument/2006/relationships/slideLayout" Target="../slideLayouts/slideLayout64.xml"/>
</Relationships>
</file>

<file path=ppt/slideMasters/_rels/slideMaster65.xml.rels><?xml version="1.0" encoding="UTF-8"?>
<Relationships xmlns="http://schemas.openxmlformats.org/package/2006/relationships"><Relationship Id="rId1" Type="http://schemas.openxmlformats.org/officeDocument/2006/relationships/theme" Target="../theme/theme65.xml"/><Relationship Id="rId2" Type="http://schemas.openxmlformats.org/officeDocument/2006/relationships/slideLayout" Target="../slideLayouts/slideLayout65.xml"/>
</Relationships>
</file>

<file path=ppt/slideMasters/_rels/slideMaster66.xml.rels><?xml version="1.0" encoding="UTF-8"?>
<Relationships xmlns="http://schemas.openxmlformats.org/package/2006/relationships"><Relationship Id="rId1" Type="http://schemas.openxmlformats.org/officeDocument/2006/relationships/theme" Target="../theme/theme66.xml"/><Relationship Id="rId2" Type="http://schemas.openxmlformats.org/officeDocument/2006/relationships/slideLayout" Target="../slideLayouts/slideLayout66.xml"/>
</Relationships>
</file>

<file path=ppt/slideMasters/_rels/slideMaster67.xml.rels><?xml version="1.0" encoding="UTF-8"?>
<Relationships xmlns="http://schemas.openxmlformats.org/package/2006/relationships"><Relationship Id="rId1" Type="http://schemas.openxmlformats.org/officeDocument/2006/relationships/theme" Target="../theme/theme67.xml"/><Relationship Id="rId2" Type="http://schemas.openxmlformats.org/officeDocument/2006/relationships/slideLayout" Target="../slideLayouts/slideLayout67.xml"/>
</Relationships>
</file>

<file path=ppt/slideMasters/_rels/slideMaster68.xml.rels><?xml version="1.0" encoding="UTF-8"?>
<Relationships xmlns="http://schemas.openxmlformats.org/package/2006/relationships"><Relationship Id="rId1" Type="http://schemas.openxmlformats.org/officeDocument/2006/relationships/theme" Target="../theme/theme68.xml"/><Relationship Id="rId2" Type="http://schemas.openxmlformats.org/officeDocument/2006/relationships/slideLayout" Target="../slideLayouts/slideLayout68.xml"/>
</Relationships>
</file>

<file path=ppt/slideMasters/_rels/slideMaster69.xml.rels><?xml version="1.0" encoding="UTF-8"?>
<Relationships xmlns="http://schemas.openxmlformats.org/package/2006/relationships"><Relationship Id="rId1" Type="http://schemas.openxmlformats.org/officeDocument/2006/relationships/theme" Target="../theme/theme69.xml"/><Relationship Id="rId2" Type="http://schemas.openxmlformats.org/officeDocument/2006/relationships/slideLayout" Target="../slideLayouts/slideLayout69.xml"/>
</Relationships>
</file>

<file path=ppt/slideMasters/_rels/slideMaster70.xml.rels><?xml version="1.0" encoding="UTF-8"?>
<Relationships xmlns="http://schemas.openxmlformats.org/package/2006/relationships"><Relationship Id="rId1" Type="http://schemas.openxmlformats.org/officeDocument/2006/relationships/theme" Target="../theme/theme70.xml"/><Relationship Id="rId2" Type="http://schemas.openxmlformats.org/officeDocument/2006/relationships/slideLayout" Target="../slideLayouts/slideLayout70.xml"/>
</Relationships>
</file>

<file path=ppt/slideMasters/_rels/slideMaster71.xml.rels><?xml version="1.0" encoding="UTF-8"?>
<Relationships xmlns="http://schemas.openxmlformats.org/package/2006/relationships"><Relationship Id="rId1" Type="http://schemas.openxmlformats.org/officeDocument/2006/relationships/theme" Target="../theme/theme71.xml"/><Relationship Id="rId2" Type="http://schemas.openxmlformats.org/officeDocument/2006/relationships/slideLayout" Target="../slideLayouts/slideLayout71.xml"/>
</Relationships>
</file>

<file path=ppt/slideMasters/_rels/slideMaster72.xml.rels><?xml version="1.0" encoding="UTF-8"?>
<Relationships xmlns="http://schemas.openxmlformats.org/package/2006/relationships"><Relationship Id="rId1" Type="http://schemas.openxmlformats.org/officeDocument/2006/relationships/theme" Target="../theme/theme72.xml"/><Relationship Id="rId2" Type="http://schemas.openxmlformats.org/officeDocument/2006/relationships/slideLayout" Target="../slideLayouts/slideLayout72.xml"/>
</Relationships>
</file>

<file path=ppt/slideMasters/_rels/slideMaster73.xml.rels><?xml version="1.0" encoding="UTF-8"?>
<Relationships xmlns="http://schemas.openxmlformats.org/package/2006/relationships"><Relationship Id="rId1" Type="http://schemas.openxmlformats.org/officeDocument/2006/relationships/theme" Target="../theme/theme73.xml"/><Relationship Id="rId2" Type="http://schemas.openxmlformats.org/officeDocument/2006/relationships/slideLayout" Target="../slideLayouts/slideLayout73.xml"/>
</Relationships>
</file>

<file path=ppt/slideMasters/_rels/slideMaster74.xml.rels><?xml version="1.0" encoding="UTF-8"?>
<Relationships xmlns="http://schemas.openxmlformats.org/package/2006/relationships"><Relationship Id="rId1" Type="http://schemas.openxmlformats.org/officeDocument/2006/relationships/theme" Target="../theme/theme74.xml"/><Relationship Id="rId2" Type="http://schemas.openxmlformats.org/officeDocument/2006/relationships/slideLayout" Target="../slideLayouts/slideLayout74.xml"/>
</Relationships>
</file>

<file path=ppt/slideMasters/_rels/slideMaster75.xml.rels><?xml version="1.0" encoding="UTF-8"?>
<Relationships xmlns="http://schemas.openxmlformats.org/package/2006/relationships"><Relationship Id="rId1" Type="http://schemas.openxmlformats.org/officeDocument/2006/relationships/theme" Target="../theme/theme75.xml"/><Relationship Id="rId2" Type="http://schemas.openxmlformats.org/officeDocument/2006/relationships/slideLayout" Target="../slideLayouts/slideLayout75.xml"/>
</Relationships>
</file>

<file path=ppt/slideMasters/_rels/slideMaster76.xml.rels><?xml version="1.0" encoding="UTF-8"?>
<Relationships xmlns="http://schemas.openxmlformats.org/package/2006/relationships"><Relationship Id="rId1" Type="http://schemas.openxmlformats.org/officeDocument/2006/relationships/theme" Target="../theme/theme76.xml"/><Relationship Id="rId2" Type="http://schemas.openxmlformats.org/officeDocument/2006/relationships/slideLayout" Target="../slideLayouts/slideLayout76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CustomShape 1"/>
          <p:cNvSpPr/>
          <p:nvPr/>
        </p:nvSpPr>
        <p:spPr>
          <a:xfrm>
            <a:off x="314280" y="4535640"/>
            <a:ext cx="266400" cy="32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00" rIns="0" tIns="0" bIns="0" anchor="b">
            <a:normAutofit/>
          </a:bodyPr>
          <a:p>
            <a:pPr>
              <a:lnSpc>
                <a:spcPct val="85000"/>
              </a:lnSpc>
              <a:spcAft>
                <a:spcPts val="1199"/>
              </a:spcAft>
            </a:pPr>
            <a:fld id="{22FCCF13-7652-4FEA-8704-67AC45C1FA93}" type="slidenum">
              <a:rPr b="0" lang="fr-FR" sz="800" spc="-1" strike="noStrike">
                <a:solidFill>
                  <a:srgbClr val="000000"/>
                </a:solidFill>
                <a:latin typeface="Helvetica 75 Bold"/>
                <a:ea typeface="DejaVu Sans"/>
              </a:rPr>
              <a:t>&lt;number&gt;</a:t>
            </a:fld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CustomShape 4"/>
          <p:cNvSpPr/>
          <p:nvPr/>
        </p:nvSpPr>
        <p:spPr>
          <a:xfrm>
            <a:off x="619560" y="4749120"/>
            <a:ext cx="360" cy="11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3333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3333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888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ustomShape 1"/>
          <p:cNvSpPr/>
          <p:nvPr/>
        </p:nvSpPr>
        <p:spPr>
          <a:xfrm>
            <a:off x="314280" y="4535640"/>
            <a:ext cx="266400" cy="32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00" rIns="0" tIns="0" bIns="0" anchor="b">
            <a:normAutofit/>
          </a:bodyPr>
          <a:p>
            <a:pPr>
              <a:lnSpc>
                <a:spcPct val="85000"/>
              </a:lnSpc>
              <a:spcAft>
                <a:spcPts val="1199"/>
              </a:spcAft>
            </a:pPr>
            <a:fld id="{BE729F8C-87D6-4E42-8F6A-4B60EE2AFAF0}" type="slidenum">
              <a:rPr b="0" lang="fr-FR" sz="800" spc="-1" strike="noStrike">
                <a:solidFill>
                  <a:srgbClr val="000000"/>
                </a:solidFill>
                <a:latin typeface="Helvetica 75 Bold"/>
                <a:ea typeface="DejaVu Sans"/>
              </a:rPr>
              <a:t>&lt;number&gt;</a:t>
            </a:fld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CustomShape 4"/>
          <p:cNvSpPr/>
          <p:nvPr/>
        </p:nvSpPr>
        <p:spPr>
          <a:xfrm>
            <a:off x="619560" y="4749120"/>
            <a:ext cx="360" cy="11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888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888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CustomShape 1"/>
          <p:cNvSpPr/>
          <p:nvPr/>
        </p:nvSpPr>
        <p:spPr>
          <a:xfrm>
            <a:off x="314280" y="4535640"/>
            <a:ext cx="266400" cy="32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00" rIns="0" tIns="0" bIns="0" anchor="b">
            <a:normAutofit/>
          </a:bodyPr>
          <a:p>
            <a:pPr>
              <a:lnSpc>
                <a:spcPct val="85000"/>
              </a:lnSpc>
              <a:spcAft>
                <a:spcPts val="1199"/>
              </a:spcAft>
            </a:pPr>
            <a:fld id="{9F8158DA-D9CD-45C1-B28E-258C22D4680B}" type="slidenum">
              <a:rPr b="0" lang="fr-FR" sz="800" spc="-1" strike="noStrike">
                <a:solidFill>
                  <a:srgbClr val="000000"/>
                </a:solidFill>
                <a:latin typeface="Helvetica 75 Bold"/>
                <a:ea typeface="DejaVu Sans"/>
              </a:rPr>
              <a:t>&lt;number&gt;</a:t>
            </a:fld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CustomShape 4"/>
          <p:cNvSpPr/>
          <p:nvPr/>
        </p:nvSpPr>
        <p:spPr>
          <a:xfrm>
            <a:off x="619560" y="4749120"/>
            <a:ext cx="360" cy="11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3333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3333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3333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PlaceHolder 5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3333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CustomShape 1"/>
          <p:cNvSpPr/>
          <p:nvPr/>
        </p:nvSpPr>
        <p:spPr>
          <a:xfrm>
            <a:off x="314280" y="4535640"/>
            <a:ext cx="266400" cy="32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00" rIns="0" tIns="0" bIns="0" anchor="b">
            <a:normAutofit/>
          </a:bodyPr>
          <a:p>
            <a:pPr>
              <a:lnSpc>
                <a:spcPct val="85000"/>
              </a:lnSpc>
              <a:spcAft>
                <a:spcPts val="1199"/>
              </a:spcAft>
            </a:pPr>
            <a:fld id="{F957667D-22C6-4697-950F-630FFA068540}" type="slidenum">
              <a:rPr b="0" lang="fr-FR" sz="800" spc="-1" strike="noStrike">
                <a:solidFill>
                  <a:srgbClr val="000000"/>
                </a:solidFill>
                <a:latin typeface="Helvetica 75 Bold"/>
                <a:ea typeface="DejaVu Sans"/>
              </a:rPr>
              <a:t>&lt;number&gt;</a:t>
            </a:fld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CustomShape 4"/>
          <p:cNvSpPr/>
          <p:nvPr/>
        </p:nvSpPr>
        <p:spPr>
          <a:xfrm>
            <a:off x="619560" y="4749120"/>
            <a:ext cx="360" cy="11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CustomShape 1"/>
          <p:cNvSpPr/>
          <p:nvPr/>
        </p:nvSpPr>
        <p:spPr>
          <a:xfrm>
            <a:off x="314280" y="4535640"/>
            <a:ext cx="266400" cy="32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00" rIns="0" tIns="0" bIns="0" anchor="b">
            <a:normAutofit/>
          </a:bodyPr>
          <a:p>
            <a:pPr>
              <a:lnSpc>
                <a:spcPct val="85000"/>
              </a:lnSpc>
              <a:spcAft>
                <a:spcPts val="1199"/>
              </a:spcAft>
            </a:pPr>
            <a:fld id="{862513A3-AFDB-4220-B994-A816FF0E4F30}" type="slidenum">
              <a:rPr b="0" lang="fr-FR" sz="800" spc="-1" strike="noStrike">
                <a:solidFill>
                  <a:srgbClr val="000000"/>
                </a:solidFill>
                <a:latin typeface="Helvetica 75 Bold"/>
                <a:ea typeface="DejaVu Sans"/>
              </a:rPr>
              <a:t>&lt;number&gt;</a:t>
            </a:fld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CustomShape 4"/>
          <p:cNvSpPr/>
          <p:nvPr/>
        </p:nvSpPr>
        <p:spPr>
          <a:xfrm>
            <a:off x="619560" y="4749120"/>
            <a:ext cx="360" cy="11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CustomShape 1"/>
          <p:cNvSpPr/>
          <p:nvPr/>
        </p:nvSpPr>
        <p:spPr>
          <a:xfrm>
            <a:off x="314280" y="4535640"/>
            <a:ext cx="266400" cy="32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00" rIns="0" tIns="0" bIns="0" anchor="b">
            <a:normAutofit/>
          </a:bodyPr>
          <a:p>
            <a:pPr>
              <a:lnSpc>
                <a:spcPct val="85000"/>
              </a:lnSpc>
              <a:spcAft>
                <a:spcPts val="1199"/>
              </a:spcAft>
            </a:pPr>
            <a:fld id="{C492AA65-85D0-4974-9BDA-47E4ECE39BDD}" type="slidenum">
              <a:rPr b="0" lang="fr-FR" sz="800" spc="-1" strike="noStrike">
                <a:solidFill>
                  <a:srgbClr val="000000"/>
                </a:solidFill>
                <a:latin typeface="Helvetica 75 Bold"/>
                <a:ea typeface="DejaVu Sans"/>
              </a:rPr>
              <a:t>&lt;number&gt;</a:t>
            </a:fld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CustomShape 4"/>
          <p:cNvSpPr/>
          <p:nvPr/>
        </p:nvSpPr>
        <p:spPr>
          <a:xfrm>
            <a:off x="619560" y="4749120"/>
            <a:ext cx="360" cy="11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888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CustomShape 1"/>
          <p:cNvSpPr/>
          <p:nvPr/>
        </p:nvSpPr>
        <p:spPr>
          <a:xfrm>
            <a:off x="314280" y="4535640"/>
            <a:ext cx="266400" cy="32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00" rIns="0" tIns="0" bIns="0" anchor="b">
            <a:normAutofit/>
          </a:bodyPr>
          <a:p>
            <a:pPr>
              <a:lnSpc>
                <a:spcPct val="85000"/>
              </a:lnSpc>
              <a:spcAft>
                <a:spcPts val="1199"/>
              </a:spcAft>
            </a:pPr>
            <a:fld id="{25F42F5B-8C66-4B9F-8FC8-FFAFEB89F1F8}" type="slidenum">
              <a:rPr b="0" lang="fr-FR" sz="800" spc="-1" strike="noStrike">
                <a:solidFill>
                  <a:srgbClr val="000000"/>
                </a:solidFill>
                <a:latin typeface="Helvetica 75 Bold"/>
                <a:ea typeface="DejaVu Sans"/>
              </a:rPr>
              <a:t>&lt;number&gt;</a:t>
            </a:fld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" name="CustomShape 4"/>
          <p:cNvSpPr/>
          <p:nvPr/>
        </p:nvSpPr>
        <p:spPr>
          <a:xfrm>
            <a:off x="619560" y="4749120"/>
            <a:ext cx="360" cy="11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888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CustomShape 1"/>
          <p:cNvSpPr/>
          <p:nvPr/>
        </p:nvSpPr>
        <p:spPr>
          <a:xfrm>
            <a:off x="314280" y="4535640"/>
            <a:ext cx="266400" cy="32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00" rIns="0" tIns="0" bIns="0" anchor="b">
            <a:normAutofit/>
          </a:bodyPr>
          <a:p>
            <a:pPr>
              <a:lnSpc>
                <a:spcPct val="85000"/>
              </a:lnSpc>
              <a:spcAft>
                <a:spcPts val="1199"/>
              </a:spcAft>
            </a:pPr>
            <a:fld id="{9A137F49-D230-4E21-8485-79002CEC128D}" type="slidenum">
              <a:rPr b="0" lang="fr-FR" sz="800" spc="-1" strike="noStrike">
                <a:solidFill>
                  <a:srgbClr val="000000"/>
                </a:solidFill>
                <a:latin typeface="Helvetica 75 Bold"/>
                <a:ea typeface="DejaVu Sans"/>
              </a:rPr>
              <a:t>&lt;number&gt;</a:t>
            </a:fld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" name="CustomShape 4"/>
          <p:cNvSpPr/>
          <p:nvPr/>
        </p:nvSpPr>
        <p:spPr>
          <a:xfrm>
            <a:off x="619560" y="4749120"/>
            <a:ext cx="360" cy="11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44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7222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44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7222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CustomShape 1"/>
          <p:cNvSpPr/>
          <p:nvPr/>
        </p:nvSpPr>
        <p:spPr>
          <a:xfrm>
            <a:off x="314280" y="4535640"/>
            <a:ext cx="266400" cy="32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00" rIns="0" tIns="0" bIns="0" anchor="b">
            <a:normAutofit/>
          </a:bodyPr>
          <a:p>
            <a:pPr>
              <a:lnSpc>
                <a:spcPct val="85000"/>
              </a:lnSpc>
              <a:spcAft>
                <a:spcPts val="1199"/>
              </a:spcAft>
            </a:pPr>
            <a:fld id="{68683999-827A-4BFC-A794-410D9BE705CA}" type="slidenum">
              <a:rPr b="0" lang="fr-FR" sz="800" spc="-1" strike="noStrike">
                <a:solidFill>
                  <a:srgbClr val="000000"/>
                </a:solidFill>
                <a:latin typeface="Helvetica 75 Bold"/>
                <a:ea typeface="DejaVu Sans"/>
              </a:rPr>
              <a:t>&lt;number&gt;</a:t>
            </a:fld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" name="CustomShape 4"/>
          <p:cNvSpPr/>
          <p:nvPr/>
        </p:nvSpPr>
        <p:spPr>
          <a:xfrm>
            <a:off x="619560" y="4749120"/>
            <a:ext cx="360" cy="11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CustomShape 1"/>
          <p:cNvSpPr/>
          <p:nvPr/>
        </p:nvSpPr>
        <p:spPr>
          <a:xfrm>
            <a:off x="314280" y="4535640"/>
            <a:ext cx="266400" cy="32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00" rIns="0" tIns="0" bIns="0" anchor="b">
            <a:normAutofit/>
          </a:bodyPr>
          <a:p>
            <a:pPr>
              <a:lnSpc>
                <a:spcPct val="85000"/>
              </a:lnSpc>
              <a:spcAft>
                <a:spcPts val="1199"/>
              </a:spcAft>
            </a:pPr>
            <a:fld id="{CC8A7BE4-FD2B-4BA1-92FD-23B877841323}" type="slidenum">
              <a:rPr b="0" lang="fr-FR" sz="800" spc="-1" strike="noStrike">
                <a:solidFill>
                  <a:srgbClr val="000000"/>
                </a:solidFill>
                <a:latin typeface="Helvetica 75 Bold"/>
                <a:ea typeface="DejaVu Sans"/>
              </a:rPr>
              <a:t>&lt;number&gt;</a:t>
            </a:fld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CustomShape 4"/>
          <p:cNvSpPr/>
          <p:nvPr/>
        </p:nvSpPr>
        <p:spPr>
          <a:xfrm>
            <a:off x="619560" y="4749120"/>
            <a:ext cx="360" cy="11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CustomShape 1"/>
          <p:cNvSpPr/>
          <p:nvPr/>
        </p:nvSpPr>
        <p:spPr>
          <a:xfrm>
            <a:off x="314280" y="4535640"/>
            <a:ext cx="266400" cy="32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00" rIns="0" tIns="0" bIns="0" anchor="b">
            <a:normAutofit/>
          </a:bodyPr>
          <a:p>
            <a:pPr>
              <a:lnSpc>
                <a:spcPct val="85000"/>
              </a:lnSpc>
              <a:spcAft>
                <a:spcPts val="1199"/>
              </a:spcAft>
            </a:pPr>
            <a:fld id="{48259E8C-310B-4DD0-99B8-06FEB76DA0C9}" type="slidenum">
              <a:rPr b="0" lang="fr-FR" sz="800" spc="-1" strike="noStrike">
                <a:solidFill>
                  <a:srgbClr val="000000"/>
                </a:solidFill>
                <a:latin typeface="Helvetica 75 Bold"/>
                <a:ea typeface="DejaVu Sans"/>
              </a:rPr>
              <a:t>&lt;number&gt;</a:t>
            </a:fld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CustomShape 4"/>
          <p:cNvSpPr/>
          <p:nvPr/>
        </p:nvSpPr>
        <p:spPr>
          <a:xfrm>
            <a:off x="619560" y="4749120"/>
            <a:ext cx="360" cy="11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3333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44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7222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3333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Masters/slideMaster1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CustomShape 1"/>
          <p:cNvSpPr/>
          <p:nvPr/>
        </p:nvSpPr>
        <p:spPr>
          <a:xfrm>
            <a:off x="314280" y="4535640"/>
            <a:ext cx="266400" cy="32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00" rIns="0" tIns="0" bIns="0" anchor="b">
            <a:normAutofit/>
          </a:bodyPr>
          <a:p>
            <a:pPr>
              <a:lnSpc>
                <a:spcPct val="85000"/>
              </a:lnSpc>
              <a:spcAft>
                <a:spcPts val="1199"/>
              </a:spcAft>
            </a:pPr>
            <a:fld id="{3DB1E252-7025-4F4B-83F5-71C573D77F34}" type="slidenum">
              <a:rPr b="0" lang="fr-FR" sz="800" spc="-1" strike="noStrike">
                <a:solidFill>
                  <a:srgbClr val="000000"/>
                </a:solidFill>
                <a:latin typeface="Helvetica 75 Bold"/>
                <a:ea typeface="DejaVu Sans"/>
              </a:rPr>
              <a:t>&lt;number&gt;</a:t>
            </a:fld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CustomShape 4"/>
          <p:cNvSpPr/>
          <p:nvPr/>
        </p:nvSpPr>
        <p:spPr>
          <a:xfrm>
            <a:off x="619560" y="4749120"/>
            <a:ext cx="360" cy="11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44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7222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3333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PlaceHolder 4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3333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1" r:id="rId2"/>
  </p:sldLayoutIdLst>
</p:sldMaster>
</file>

<file path=ppt/slideMasters/slideMaster1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CustomShape 1"/>
          <p:cNvSpPr/>
          <p:nvPr/>
        </p:nvSpPr>
        <p:spPr>
          <a:xfrm>
            <a:off x="314280" y="4535640"/>
            <a:ext cx="270000" cy="32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00" rIns="0" tIns="0" bIns="0" anchor="b">
            <a:normAutofit/>
          </a:bodyPr>
          <a:p>
            <a:pPr>
              <a:lnSpc>
                <a:spcPct val="85000"/>
              </a:lnSpc>
              <a:spcAft>
                <a:spcPts val="1199"/>
              </a:spcAft>
            </a:pPr>
            <a:fld id="{3B315814-4989-4C53-BAA0-1BA57809B1D7}" type="slidenum">
              <a:rPr b="0" lang="fr-FR" sz="800" spc="-1" strike="noStrike">
                <a:solidFill>
                  <a:srgbClr val="000000"/>
                </a:solidFill>
                <a:latin typeface="Helvetica 75 Bold"/>
                <a:ea typeface="DejaVu Sans"/>
              </a:rPr>
              <a:t>&lt;number&gt;</a:t>
            </a:fld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CustomShape 4"/>
          <p:cNvSpPr/>
          <p:nvPr/>
        </p:nvSpPr>
        <p:spPr>
          <a:xfrm>
            <a:off x="619560" y="4749120"/>
            <a:ext cx="360" cy="11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3333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3333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888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3" r:id="rId2"/>
  </p:sldLayoutIdLst>
</p:sldMaster>
</file>

<file path=ppt/slideMasters/slideMaster1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CustomShape 1"/>
          <p:cNvSpPr/>
          <p:nvPr/>
        </p:nvSpPr>
        <p:spPr>
          <a:xfrm>
            <a:off x="314280" y="4535640"/>
            <a:ext cx="270000" cy="32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00" rIns="0" tIns="0" bIns="0" anchor="b">
            <a:normAutofit/>
          </a:bodyPr>
          <a:p>
            <a:pPr>
              <a:lnSpc>
                <a:spcPct val="85000"/>
              </a:lnSpc>
              <a:spcAft>
                <a:spcPts val="1199"/>
              </a:spcAft>
            </a:pPr>
            <a:fld id="{92D8749D-3DAC-484E-A2DD-18635317EEE4}" type="slidenum">
              <a:rPr b="0" lang="fr-FR" sz="800" spc="-1" strike="noStrike">
                <a:solidFill>
                  <a:srgbClr val="000000"/>
                </a:solidFill>
                <a:latin typeface="Helvetica 75 Bold"/>
                <a:ea typeface="DejaVu Sans"/>
              </a:rPr>
              <a:t>&lt;number&gt;</a:t>
            </a:fld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CustomShape 4"/>
          <p:cNvSpPr/>
          <p:nvPr/>
        </p:nvSpPr>
        <p:spPr>
          <a:xfrm>
            <a:off x="619560" y="4749120"/>
            <a:ext cx="360" cy="11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888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" name="PlaceHolder 3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888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5" r:id="rId2"/>
  </p:sldLayoutIdLst>
</p:sldMaster>
</file>

<file path=ppt/slideMasters/slideMaster1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CustomShape 1"/>
          <p:cNvSpPr/>
          <p:nvPr/>
        </p:nvSpPr>
        <p:spPr>
          <a:xfrm>
            <a:off x="314280" y="4535640"/>
            <a:ext cx="270000" cy="32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00" rIns="0" tIns="0" bIns="0" anchor="b">
            <a:normAutofit/>
          </a:bodyPr>
          <a:p>
            <a:pPr>
              <a:lnSpc>
                <a:spcPct val="85000"/>
              </a:lnSpc>
              <a:spcAft>
                <a:spcPts val="1199"/>
              </a:spcAft>
            </a:pPr>
            <a:fld id="{1810B851-014F-4203-A169-44CD973F3059}" type="slidenum">
              <a:rPr b="0" lang="fr-FR" sz="800" spc="-1" strike="noStrike">
                <a:solidFill>
                  <a:srgbClr val="000000"/>
                </a:solidFill>
                <a:latin typeface="Helvetica 75 Bold"/>
                <a:ea typeface="DejaVu Sans"/>
              </a:rPr>
              <a:t>&lt;number&gt;</a:t>
            </a:fld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CustomShape 4"/>
          <p:cNvSpPr/>
          <p:nvPr/>
        </p:nvSpPr>
        <p:spPr>
          <a:xfrm>
            <a:off x="619560" y="4749120"/>
            <a:ext cx="360" cy="11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3333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3333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3333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" name="PlaceHolder 5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3333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7" r:id="rId2"/>
  </p:sldLayoutIdLst>
</p:sldMaster>
</file>

<file path=ppt/slideMasters/slideMaster1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CustomShape 1"/>
          <p:cNvSpPr/>
          <p:nvPr/>
        </p:nvSpPr>
        <p:spPr>
          <a:xfrm>
            <a:off x="314280" y="4535640"/>
            <a:ext cx="270000" cy="32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00" rIns="0" tIns="0" bIns="0" anchor="b">
            <a:normAutofit/>
          </a:bodyPr>
          <a:p>
            <a:pPr>
              <a:lnSpc>
                <a:spcPct val="85000"/>
              </a:lnSpc>
              <a:spcAft>
                <a:spcPts val="1199"/>
              </a:spcAft>
            </a:pPr>
            <a:fld id="{2372D5C1-7D42-48C7-BE70-28A0285D8119}" type="slidenum">
              <a:rPr b="0" lang="fr-FR" sz="800" spc="-1" strike="noStrike">
                <a:solidFill>
                  <a:srgbClr val="000000"/>
                </a:solidFill>
                <a:latin typeface="Helvetica 75 Bold"/>
                <a:ea typeface="DejaVu Sans"/>
              </a:rPr>
              <a:t>&lt;number&gt;</a:t>
            </a:fld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" name="CustomShape 4"/>
          <p:cNvSpPr/>
          <p:nvPr/>
        </p:nvSpPr>
        <p:spPr>
          <a:xfrm>
            <a:off x="619560" y="4749120"/>
            <a:ext cx="360" cy="11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9" r:id="rId2"/>
  </p:sldLayoutIdLst>
</p:sldMaster>
</file>

<file path=ppt/slideMasters/slideMaster1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CustomShape 1"/>
          <p:cNvSpPr/>
          <p:nvPr/>
        </p:nvSpPr>
        <p:spPr>
          <a:xfrm>
            <a:off x="314280" y="4535640"/>
            <a:ext cx="270000" cy="32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00" rIns="0" tIns="0" bIns="0" anchor="b">
            <a:normAutofit/>
          </a:bodyPr>
          <a:p>
            <a:pPr>
              <a:lnSpc>
                <a:spcPct val="85000"/>
              </a:lnSpc>
              <a:spcAft>
                <a:spcPts val="1199"/>
              </a:spcAft>
            </a:pPr>
            <a:fld id="{DD6559A0-BA52-48F5-B8B3-B89FACFA526F}" type="slidenum">
              <a:rPr b="0" lang="fr-FR" sz="800" spc="-1" strike="noStrike">
                <a:solidFill>
                  <a:srgbClr val="000000"/>
                </a:solidFill>
                <a:latin typeface="Helvetica 75 Bold"/>
                <a:ea typeface="DejaVu Sans"/>
              </a:rPr>
              <a:t>&lt;number&gt;</a:t>
            </a:fld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" name="CustomShape 4"/>
          <p:cNvSpPr/>
          <p:nvPr/>
        </p:nvSpPr>
        <p:spPr>
          <a:xfrm>
            <a:off x="619560" y="4749120"/>
            <a:ext cx="360" cy="11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1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1" r:id="rId2"/>
  </p:sldLayoutIdLst>
</p:sldMaster>
</file>

<file path=ppt/slideMasters/slideMaster1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CustomShape 1"/>
          <p:cNvSpPr/>
          <p:nvPr/>
        </p:nvSpPr>
        <p:spPr>
          <a:xfrm>
            <a:off x="314280" y="4535640"/>
            <a:ext cx="270000" cy="32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00" rIns="0" tIns="0" bIns="0" anchor="b">
            <a:normAutofit/>
          </a:bodyPr>
          <a:p>
            <a:pPr>
              <a:lnSpc>
                <a:spcPct val="85000"/>
              </a:lnSpc>
              <a:spcAft>
                <a:spcPts val="1199"/>
              </a:spcAft>
            </a:pPr>
            <a:fld id="{5F80355C-A66C-4710-806E-267F6C7EC8B7}" type="slidenum">
              <a:rPr b="0" lang="fr-FR" sz="800" spc="-1" strike="noStrike">
                <a:solidFill>
                  <a:srgbClr val="000000"/>
                </a:solidFill>
                <a:latin typeface="Helvetica 75 Bold"/>
                <a:ea typeface="DejaVu Sans"/>
              </a:rPr>
              <a:t>&lt;number&gt;</a:t>
            </a:fld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" name="CustomShape 4"/>
          <p:cNvSpPr/>
          <p:nvPr/>
        </p:nvSpPr>
        <p:spPr>
          <a:xfrm>
            <a:off x="619560" y="4749120"/>
            <a:ext cx="360" cy="11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1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888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3" r:id="rId2"/>
  </p:sldLayoutIdLst>
</p:sldMaster>
</file>

<file path=ppt/slideMasters/slideMaster1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CustomShape 1"/>
          <p:cNvSpPr/>
          <p:nvPr/>
        </p:nvSpPr>
        <p:spPr>
          <a:xfrm>
            <a:off x="314280" y="4535640"/>
            <a:ext cx="270000" cy="32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00" rIns="0" tIns="0" bIns="0" anchor="b">
            <a:normAutofit/>
          </a:bodyPr>
          <a:p>
            <a:pPr>
              <a:lnSpc>
                <a:spcPct val="85000"/>
              </a:lnSpc>
              <a:spcAft>
                <a:spcPts val="1199"/>
              </a:spcAft>
            </a:pPr>
            <a:fld id="{F2408C05-234C-4E5A-8988-4A36444CD77F}" type="slidenum">
              <a:rPr b="0" lang="fr-FR" sz="800" spc="-1" strike="noStrike">
                <a:solidFill>
                  <a:srgbClr val="000000"/>
                </a:solidFill>
                <a:latin typeface="Helvetica 75 Bold"/>
                <a:ea typeface="DejaVu Sans"/>
              </a:rPr>
              <a:t>&lt;number&gt;</a:t>
            </a:fld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" name="CustomShape 4"/>
          <p:cNvSpPr/>
          <p:nvPr/>
        </p:nvSpPr>
        <p:spPr>
          <a:xfrm>
            <a:off x="619560" y="4749120"/>
            <a:ext cx="360" cy="11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2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888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5" r:id="rId2"/>
  </p:sldLayoutIdLst>
</p:sldMaster>
</file>

<file path=ppt/slideMasters/slideMaster2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CustomShape 1"/>
          <p:cNvSpPr/>
          <p:nvPr/>
        </p:nvSpPr>
        <p:spPr>
          <a:xfrm>
            <a:off x="314280" y="4535640"/>
            <a:ext cx="270000" cy="32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00" rIns="0" tIns="0" bIns="0" anchor="b">
            <a:normAutofit/>
          </a:bodyPr>
          <a:p>
            <a:pPr>
              <a:lnSpc>
                <a:spcPct val="85000"/>
              </a:lnSpc>
              <a:spcAft>
                <a:spcPts val="1199"/>
              </a:spcAft>
            </a:pPr>
            <a:fld id="{DB3617B1-862A-4875-8A86-8F8CA798B688}" type="slidenum">
              <a:rPr b="0" lang="fr-FR" sz="800" spc="-1" strike="noStrike">
                <a:solidFill>
                  <a:srgbClr val="000000"/>
                </a:solidFill>
                <a:latin typeface="Helvetica 75 Bold"/>
                <a:ea typeface="DejaVu Sans"/>
              </a:rPr>
              <a:t>&lt;number&gt;</a:t>
            </a:fld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" name="CustomShape 4"/>
          <p:cNvSpPr/>
          <p:nvPr/>
        </p:nvSpPr>
        <p:spPr>
          <a:xfrm>
            <a:off x="619560" y="4749120"/>
            <a:ext cx="360" cy="11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3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44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7222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44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7222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7" r:id="rId2"/>
  </p:sldLayoutIdLst>
</p:sldMaster>
</file>

<file path=ppt/slideMasters/slideMaster2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CustomShape 1"/>
          <p:cNvSpPr/>
          <p:nvPr/>
        </p:nvSpPr>
        <p:spPr>
          <a:xfrm>
            <a:off x="314280" y="4535640"/>
            <a:ext cx="270000" cy="32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00" rIns="0" tIns="0" bIns="0" anchor="b">
            <a:normAutofit/>
          </a:bodyPr>
          <a:p>
            <a:pPr>
              <a:lnSpc>
                <a:spcPct val="85000"/>
              </a:lnSpc>
              <a:spcAft>
                <a:spcPts val="1199"/>
              </a:spcAft>
            </a:pPr>
            <a:fld id="{5711973F-5CFB-4516-BAB7-E365C8307973}" type="slidenum">
              <a:rPr b="0" lang="fr-FR" sz="800" spc="-1" strike="noStrike">
                <a:solidFill>
                  <a:srgbClr val="000000"/>
                </a:solidFill>
                <a:latin typeface="Helvetica 75 Bold"/>
                <a:ea typeface="DejaVu Sans"/>
              </a:rPr>
              <a:t>&lt;number&gt;</a:t>
            </a:fld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" name="CustomShape 4"/>
          <p:cNvSpPr/>
          <p:nvPr/>
        </p:nvSpPr>
        <p:spPr>
          <a:xfrm>
            <a:off x="619560" y="4749120"/>
            <a:ext cx="360" cy="11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3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9" r:id="rId2"/>
  </p:sldLayoutIdLst>
</p:sldMaster>
</file>

<file path=ppt/slideMasters/slideMaster2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CustomShape 1"/>
          <p:cNvSpPr/>
          <p:nvPr/>
        </p:nvSpPr>
        <p:spPr>
          <a:xfrm>
            <a:off x="314280" y="4535640"/>
            <a:ext cx="270000" cy="32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00" rIns="0" tIns="0" bIns="0" anchor="b">
            <a:normAutofit/>
          </a:bodyPr>
          <a:p>
            <a:pPr>
              <a:lnSpc>
                <a:spcPct val="85000"/>
              </a:lnSpc>
              <a:spcAft>
                <a:spcPts val="1199"/>
              </a:spcAft>
            </a:pPr>
            <a:fld id="{18EFEA5D-695F-4C67-834F-72475980318E}" type="slidenum">
              <a:rPr b="0" lang="fr-FR" sz="800" spc="-1" strike="noStrike">
                <a:solidFill>
                  <a:srgbClr val="000000"/>
                </a:solidFill>
                <a:latin typeface="Helvetica 75 Bold"/>
                <a:ea typeface="DejaVu Sans"/>
              </a:rPr>
              <a:t>&lt;number&gt;</a:t>
            </a:fld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" name="CustomShape 4"/>
          <p:cNvSpPr/>
          <p:nvPr/>
        </p:nvSpPr>
        <p:spPr>
          <a:xfrm>
            <a:off x="619560" y="4749120"/>
            <a:ext cx="360" cy="11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91" r:id="rId2"/>
  </p:sldLayoutIdLst>
</p:sldMaster>
</file>

<file path=ppt/slideMasters/slideMaster2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CustomShape 1"/>
          <p:cNvSpPr/>
          <p:nvPr/>
        </p:nvSpPr>
        <p:spPr>
          <a:xfrm>
            <a:off x="314280" y="4535640"/>
            <a:ext cx="270000" cy="32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00" rIns="0" tIns="0" bIns="0" anchor="b">
            <a:normAutofit/>
          </a:bodyPr>
          <a:p>
            <a:pPr>
              <a:lnSpc>
                <a:spcPct val="85000"/>
              </a:lnSpc>
              <a:spcAft>
                <a:spcPts val="1199"/>
              </a:spcAft>
            </a:pPr>
            <a:fld id="{AE93BCE0-17A0-4361-8405-32AFA87CF0DD}" type="slidenum">
              <a:rPr b="0" lang="fr-FR" sz="800" spc="-1" strike="noStrike">
                <a:solidFill>
                  <a:srgbClr val="000000"/>
                </a:solidFill>
                <a:latin typeface="Helvetica 75 Bold"/>
                <a:ea typeface="DejaVu Sans"/>
              </a:rPr>
              <a:t>&lt;number&gt;</a:t>
            </a:fld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" name="CustomShape 4"/>
          <p:cNvSpPr/>
          <p:nvPr/>
        </p:nvSpPr>
        <p:spPr>
          <a:xfrm>
            <a:off x="619560" y="4749120"/>
            <a:ext cx="360" cy="11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4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3333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44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7222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3333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93" r:id="rId2"/>
  </p:sldLayoutIdLst>
</p:sldMaster>
</file>

<file path=ppt/slideMasters/slideMaster2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CustomShape 1"/>
          <p:cNvSpPr/>
          <p:nvPr/>
        </p:nvSpPr>
        <p:spPr>
          <a:xfrm>
            <a:off x="314280" y="4535640"/>
            <a:ext cx="270000" cy="32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00" rIns="0" tIns="0" bIns="0" anchor="b">
            <a:normAutofit/>
          </a:bodyPr>
          <a:p>
            <a:pPr>
              <a:lnSpc>
                <a:spcPct val="85000"/>
              </a:lnSpc>
              <a:spcAft>
                <a:spcPts val="1199"/>
              </a:spcAft>
            </a:pPr>
            <a:fld id="{815D1631-774D-4AA1-981C-3744D6764BB3}" type="slidenum">
              <a:rPr b="0" lang="fr-FR" sz="800" spc="-1" strike="noStrike">
                <a:solidFill>
                  <a:srgbClr val="000000"/>
                </a:solidFill>
                <a:latin typeface="Helvetica 75 Bold"/>
                <a:ea typeface="DejaVu Sans"/>
              </a:rPr>
              <a:t>&lt;number&gt;</a:t>
            </a:fld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" name="CustomShape 4"/>
          <p:cNvSpPr/>
          <p:nvPr/>
        </p:nvSpPr>
        <p:spPr>
          <a:xfrm>
            <a:off x="619560" y="4749120"/>
            <a:ext cx="360" cy="11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5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44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7222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6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3333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" name="PlaceHolder 4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3333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95" r:id="rId2"/>
  </p:sldLayoutIdLst>
</p:sldMaster>
</file>

<file path=ppt/slideMasters/slideMaster2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CustomShape 1"/>
          <p:cNvSpPr/>
          <p:nvPr/>
        </p:nvSpPr>
        <p:spPr>
          <a:xfrm>
            <a:off x="314280" y="4535640"/>
            <a:ext cx="270000" cy="32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00" rIns="0" tIns="0" bIns="0" anchor="b">
            <a:normAutofit/>
          </a:bodyPr>
          <a:p>
            <a:pPr>
              <a:lnSpc>
                <a:spcPct val="85000"/>
              </a:lnSpc>
              <a:spcAft>
                <a:spcPts val="1199"/>
              </a:spcAft>
            </a:pPr>
            <a:fld id="{75A9C2EA-9E5B-4AD4-8927-10440AF60A1A}" type="slidenum">
              <a:rPr b="0" lang="fr-FR" sz="800" spc="-1" strike="noStrike">
                <a:solidFill>
                  <a:srgbClr val="000000"/>
                </a:solidFill>
                <a:latin typeface="Helvetica 75 Bold"/>
                <a:ea typeface="DejaVu Sans"/>
              </a:rPr>
              <a:t>&lt;number&gt;</a:t>
            </a:fld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3" name="CustomShape 2"/>
          <p:cNvSpPr/>
          <p:nvPr/>
        </p:nvSpPr>
        <p:spPr>
          <a:xfrm>
            <a:off x="619560" y="4749120"/>
            <a:ext cx="360" cy="11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6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3333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6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3333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7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888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97" r:id="rId2"/>
  </p:sldLayoutIdLst>
</p:sldMaster>
</file>

<file path=ppt/slideMasters/slideMaster2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CustomShape 1"/>
          <p:cNvSpPr/>
          <p:nvPr/>
        </p:nvSpPr>
        <p:spPr>
          <a:xfrm>
            <a:off x="314280" y="4535640"/>
            <a:ext cx="270000" cy="32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00" rIns="0" tIns="0" bIns="0" anchor="b">
            <a:normAutofit/>
          </a:bodyPr>
          <a:p>
            <a:pPr>
              <a:lnSpc>
                <a:spcPct val="85000"/>
              </a:lnSpc>
              <a:spcAft>
                <a:spcPts val="1199"/>
              </a:spcAft>
            </a:pPr>
            <a:fld id="{003F560E-3E01-474A-836D-1EB9CE9C7442}" type="slidenum">
              <a:rPr b="0" lang="fr-FR" sz="800" spc="-1" strike="noStrike">
                <a:solidFill>
                  <a:srgbClr val="000000"/>
                </a:solidFill>
                <a:latin typeface="Helvetica 75 Bold"/>
                <a:ea typeface="DejaVu Sans"/>
              </a:rPr>
              <a:t>&lt;number&gt;</a:t>
            </a:fld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3" name="CustomShape 2"/>
          <p:cNvSpPr/>
          <p:nvPr/>
        </p:nvSpPr>
        <p:spPr>
          <a:xfrm>
            <a:off x="619560" y="4749120"/>
            <a:ext cx="360" cy="11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7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5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888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6" name="PlaceHolder 3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888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99" r:id="rId2"/>
  </p:sldLayoutIdLst>
</p:sldMaster>
</file>

<file path=ppt/slideMasters/slideMaster2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CustomShape 1"/>
          <p:cNvSpPr/>
          <p:nvPr/>
        </p:nvSpPr>
        <p:spPr>
          <a:xfrm>
            <a:off x="314280" y="4535640"/>
            <a:ext cx="270000" cy="32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00" rIns="0" tIns="0" bIns="0" anchor="b">
            <a:normAutofit/>
          </a:bodyPr>
          <a:p>
            <a:pPr>
              <a:lnSpc>
                <a:spcPct val="85000"/>
              </a:lnSpc>
              <a:spcAft>
                <a:spcPts val="1199"/>
              </a:spcAft>
            </a:pPr>
            <a:fld id="{178E225C-F7FE-441A-89B1-3CA50EC712B5}" type="slidenum">
              <a:rPr b="0" lang="fr-FR" sz="800" spc="-1" strike="noStrike">
                <a:solidFill>
                  <a:srgbClr val="000000"/>
                </a:solidFill>
                <a:latin typeface="Helvetica 75 Bold"/>
                <a:ea typeface="DejaVu Sans"/>
              </a:rPr>
              <a:t>&lt;number&gt;</a:t>
            </a:fld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1" name="CustomShape 2"/>
          <p:cNvSpPr/>
          <p:nvPr/>
        </p:nvSpPr>
        <p:spPr>
          <a:xfrm>
            <a:off x="619560" y="4749120"/>
            <a:ext cx="360" cy="11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8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3333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4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3333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5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3333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6" name="PlaceHolder 5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3333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01" r:id="rId2"/>
  </p:sldLayoutIdLst>
</p:sldMaster>
</file>

<file path=ppt/slideMasters/slideMaster2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CustomShape 1"/>
          <p:cNvSpPr/>
          <p:nvPr/>
        </p:nvSpPr>
        <p:spPr>
          <a:xfrm>
            <a:off x="314280" y="4535640"/>
            <a:ext cx="270000" cy="32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00" rIns="0" tIns="0" bIns="0" anchor="b">
            <a:normAutofit/>
          </a:bodyPr>
          <a:p>
            <a:pPr>
              <a:lnSpc>
                <a:spcPct val="85000"/>
              </a:lnSpc>
              <a:spcAft>
                <a:spcPts val="1199"/>
              </a:spcAft>
            </a:pPr>
            <a:fld id="{A47EA100-CEA3-42B7-B3DE-9F3557F075DE}" type="slidenum">
              <a:rPr b="0" lang="fr-FR" sz="800" spc="-1" strike="noStrike">
                <a:solidFill>
                  <a:srgbClr val="000000"/>
                </a:solidFill>
                <a:latin typeface="Helvetica 75 Bold"/>
                <a:ea typeface="DejaVu Sans"/>
              </a:rPr>
              <a:t>&lt;number&gt;</a:t>
            </a:fld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3" name="CustomShape 2"/>
          <p:cNvSpPr/>
          <p:nvPr/>
        </p:nvSpPr>
        <p:spPr>
          <a:xfrm>
            <a:off x="619560" y="4749120"/>
            <a:ext cx="360" cy="11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03" r:id="rId2"/>
  </p:sldLayoutIdLst>
</p:sldMaster>
</file>

<file path=ppt/slideMasters/slideMaster2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CustomShape 1"/>
          <p:cNvSpPr/>
          <p:nvPr/>
        </p:nvSpPr>
        <p:spPr>
          <a:xfrm>
            <a:off x="314280" y="4535640"/>
            <a:ext cx="270000" cy="32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00" rIns="0" tIns="0" bIns="0" anchor="b">
            <a:normAutofit/>
          </a:bodyPr>
          <a:p>
            <a:pPr>
              <a:lnSpc>
                <a:spcPct val="85000"/>
              </a:lnSpc>
              <a:spcAft>
                <a:spcPts val="1199"/>
              </a:spcAft>
            </a:pPr>
            <a:fld id="{7B5B9DAB-B514-40B1-AC42-BA95498EE2BF}" type="slidenum">
              <a:rPr b="0" lang="fr-FR" sz="800" spc="-1" strike="noStrike">
                <a:solidFill>
                  <a:srgbClr val="000000"/>
                </a:solidFill>
                <a:latin typeface="Helvetica 75 Bold"/>
                <a:ea typeface="DejaVu Sans"/>
              </a:rPr>
              <a:t>&lt;number&gt;</a:t>
            </a:fld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5" name="CustomShape 2"/>
          <p:cNvSpPr/>
          <p:nvPr/>
        </p:nvSpPr>
        <p:spPr>
          <a:xfrm>
            <a:off x="619560" y="4749120"/>
            <a:ext cx="360" cy="11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05" r:id="rId2"/>
  </p:sldLayoutIdLst>
</p:sldMaster>
</file>

<file path=ppt/slideMasters/slideMaster3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CustomShape 1"/>
          <p:cNvSpPr/>
          <p:nvPr/>
        </p:nvSpPr>
        <p:spPr>
          <a:xfrm>
            <a:off x="314280" y="4535640"/>
            <a:ext cx="270000" cy="32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00" rIns="0" tIns="0" bIns="0" anchor="b">
            <a:normAutofit/>
          </a:bodyPr>
          <a:p>
            <a:pPr>
              <a:lnSpc>
                <a:spcPct val="85000"/>
              </a:lnSpc>
              <a:spcAft>
                <a:spcPts val="1199"/>
              </a:spcAft>
            </a:pPr>
            <a:fld id="{BC3C303A-2835-465F-8E13-C0E0A2F7BDD2}" type="slidenum">
              <a:rPr b="0" lang="fr-FR" sz="800" spc="-1" strike="noStrike">
                <a:solidFill>
                  <a:srgbClr val="000000"/>
                </a:solidFill>
                <a:latin typeface="Helvetica 75 Bold"/>
                <a:ea typeface="DejaVu Sans"/>
              </a:rPr>
              <a:t>&lt;number&gt;</a:t>
            </a:fld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7" name="CustomShape 2"/>
          <p:cNvSpPr/>
          <p:nvPr/>
        </p:nvSpPr>
        <p:spPr>
          <a:xfrm>
            <a:off x="619560" y="4749120"/>
            <a:ext cx="360" cy="11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9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9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888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07" r:id="rId2"/>
  </p:sldLayoutIdLst>
</p:sldMaster>
</file>

<file path=ppt/slideMasters/slideMaster3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CustomShape 1"/>
          <p:cNvSpPr/>
          <p:nvPr/>
        </p:nvSpPr>
        <p:spPr>
          <a:xfrm>
            <a:off x="314280" y="4535640"/>
            <a:ext cx="270000" cy="32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00" rIns="0" tIns="0" bIns="0" anchor="b">
            <a:normAutofit/>
          </a:bodyPr>
          <a:p>
            <a:pPr>
              <a:lnSpc>
                <a:spcPct val="85000"/>
              </a:lnSpc>
              <a:spcAft>
                <a:spcPts val="1199"/>
              </a:spcAft>
            </a:pPr>
            <a:fld id="{0192A5E1-A29D-4EE5-945E-A1E26BFD9B46}" type="slidenum">
              <a:rPr b="0" lang="fr-FR" sz="800" spc="-1" strike="noStrike">
                <a:solidFill>
                  <a:srgbClr val="000000"/>
                </a:solidFill>
                <a:latin typeface="Helvetica 75 Bold"/>
                <a:ea typeface="DejaVu Sans"/>
              </a:rPr>
              <a:t>&lt;number&gt;</a:t>
            </a:fld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3" name="CustomShape 2"/>
          <p:cNvSpPr/>
          <p:nvPr/>
        </p:nvSpPr>
        <p:spPr>
          <a:xfrm>
            <a:off x="619560" y="4749120"/>
            <a:ext cx="360" cy="11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0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5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888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09" r:id="rId2"/>
  </p:sldLayoutIdLst>
</p:sldMaster>
</file>

<file path=ppt/slideMasters/slideMaster3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CustomShape 1"/>
          <p:cNvSpPr/>
          <p:nvPr/>
        </p:nvSpPr>
        <p:spPr>
          <a:xfrm>
            <a:off x="314280" y="4535640"/>
            <a:ext cx="270000" cy="32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00" rIns="0" tIns="0" bIns="0" anchor="b">
            <a:normAutofit/>
          </a:bodyPr>
          <a:p>
            <a:pPr>
              <a:lnSpc>
                <a:spcPct val="85000"/>
              </a:lnSpc>
              <a:spcAft>
                <a:spcPts val="1199"/>
              </a:spcAft>
            </a:pPr>
            <a:fld id="{B8816AE8-0297-45B2-BFB3-BEC127B4F73B}" type="slidenum">
              <a:rPr b="0" lang="fr-FR" sz="800" spc="-1" strike="noStrike">
                <a:solidFill>
                  <a:srgbClr val="000000"/>
                </a:solidFill>
                <a:latin typeface="Helvetica 75 Bold"/>
                <a:ea typeface="DejaVu Sans"/>
              </a:rPr>
              <a:t>&lt;number&gt;</a:t>
            </a:fld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9" name="CustomShape 2"/>
          <p:cNvSpPr/>
          <p:nvPr/>
        </p:nvSpPr>
        <p:spPr>
          <a:xfrm>
            <a:off x="619560" y="4749120"/>
            <a:ext cx="360" cy="11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1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44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7222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2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44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7222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11" r:id="rId2"/>
  </p:sldLayoutIdLst>
</p:sldMaster>
</file>

<file path=ppt/slideMasters/slideMaster3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CustomShape 1"/>
          <p:cNvSpPr/>
          <p:nvPr/>
        </p:nvSpPr>
        <p:spPr>
          <a:xfrm>
            <a:off x="314280" y="4535640"/>
            <a:ext cx="270000" cy="32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00" rIns="0" tIns="0" bIns="0" anchor="b">
            <a:normAutofit/>
          </a:bodyPr>
          <a:p>
            <a:pPr>
              <a:lnSpc>
                <a:spcPct val="85000"/>
              </a:lnSpc>
              <a:spcAft>
                <a:spcPts val="1199"/>
              </a:spcAft>
            </a:pPr>
            <a:fld id="{D698896A-E003-4C3D-AE48-2AEA050E0EC1}" type="slidenum">
              <a:rPr b="0" lang="fr-FR" sz="800" spc="-1" strike="noStrike">
                <a:solidFill>
                  <a:srgbClr val="000000"/>
                </a:solidFill>
                <a:latin typeface="Helvetica 75 Bold"/>
                <a:ea typeface="DejaVu Sans"/>
              </a:rPr>
              <a:t>&lt;number&gt;</a:t>
            </a:fld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7" name="CustomShape 2"/>
          <p:cNvSpPr/>
          <p:nvPr/>
        </p:nvSpPr>
        <p:spPr>
          <a:xfrm>
            <a:off x="619560" y="4749120"/>
            <a:ext cx="360" cy="11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1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13" r:id="rId2"/>
  </p:sldLayoutIdLst>
</p:sldMaster>
</file>

<file path=ppt/slideMasters/slideMaster3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CustomShape 1"/>
          <p:cNvSpPr/>
          <p:nvPr/>
        </p:nvSpPr>
        <p:spPr>
          <a:xfrm>
            <a:off x="314280" y="4535640"/>
            <a:ext cx="270000" cy="32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00" rIns="0" tIns="0" bIns="0" anchor="b">
            <a:normAutofit/>
          </a:bodyPr>
          <a:p>
            <a:pPr>
              <a:lnSpc>
                <a:spcPct val="85000"/>
              </a:lnSpc>
              <a:spcAft>
                <a:spcPts val="1199"/>
              </a:spcAft>
            </a:pPr>
            <a:fld id="{C28CCD19-A468-46C8-9A7E-6F977219722E}" type="slidenum">
              <a:rPr b="0" lang="fr-FR" sz="800" spc="-1" strike="noStrike">
                <a:solidFill>
                  <a:srgbClr val="000000"/>
                </a:solidFill>
                <a:latin typeface="Helvetica 75 Bold"/>
                <a:ea typeface="DejaVu Sans"/>
              </a:rPr>
              <a:t>&lt;number&gt;</a:t>
            </a:fld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1" name="CustomShape 2"/>
          <p:cNvSpPr/>
          <p:nvPr/>
        </p:nvSpPr>
        <p:spPr>
          <a:xfrm>
            <a:off x="619560" y="4749120"/>
            <a:ext cx="360" cy="11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15" r:id="rId2"/>
  </p:sldLayoutIdLst>
</p:sldMaster>
</file>

<file path=ppt/slideMasters/slideMaster3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CustomShape 1"/>
          <p:cNvSpPr/>
          <p:nvPr/>
        </p:nvSpPr>
        <p:spPr>
          <a:xfrm>
            <a:off x="314280" y="4535640"/>
            <a:ext cx="270000" cy="32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00" rIns="0" tIns="0" bIns="0" anchor="b">
            <a:normAutofit/>
          </a:bodyPr>
          <a:p>
            <a:pPr>
              <a:lnSpc>
                <a:spcPct val="85000"/>
              </a:lnSpc>
              <a:spcAft>
                <a:spcPts val="1199"/>
              </a:spcAft>
            </a:pPr>
            <a:fld id="{4749A7FE-660D-432A-9363-46F5D9889C7A}" type="slidenum">
              <a:rPr b="0" lang="fr-FR" sz="800" spc="-1" strike="noStrike">
                <a:solidFill>
                  <a:srgbClr val="000000"/>
                </a:solidFill>
                <a:latin typeface="Helvetica 75 Bold"/>
                <a:ea typeface="DejaVu Sans"/>
              </a:rPr>
              <a:t>&lt;number&gt;</a:t>
            </a:fld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3" name="CustomShape 2"/>
          <p:cNvSpPr/>
          <p:nvPr/>
        </p:nvSpPr>
        <p:spPr>
          <a:xfrm>
            <a:off x="619560" y="4749120"/>
            <a:ext cx="360" cy="11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2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5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3333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6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44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7222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7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3333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17" r:id="rId2"/>
  </p:sldLayoutIdLst>
</p:sldMaster>
</file>

<file path=ppt/slideMasters/slideMaster3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CustomShape 1"/>
          <p:cNvSpPr/>
          <p:nvPr/>
        </p:nvSpPr>
        <p:spPr>
          <a:xfrm>
            <a:off x="314280" y="4535640"/>
            <a:ext cx="270000" cy="32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00" rIns="0" tIns="0" bIns="0" anchor="b">
            <a:normAutofit/>
          </a:bodyPr>
          <a:p>
            <a:pPr>
              <a:lnSpc>
                <a:spcPct val="85000"/>
              </a:lnSpc>
              <a:spcAft>
                <a:spcPts val="1199"/>
              </a:spcAft>
            </a:pPr>
            <a:fld id="{D55C7718-A074-4028-9E61-F8921D8D2432}" type="slidenum">
              <a:rPr b="0" lang="fr-FR" sz="800" spc="-1" strike="noStrike">
                <a:solidFill>
                  <a:srgbClr val="000000"/>
                </a:solidFill>
                <a:latin typeface="Helvetica 75 Bold"/>
                <a:ea typeface="DejaVu Sans"/>
              </a:rPr>
              <a:t>&lt;number&gt;</a:t>
            </a:fld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3" name="CustomShape 2"/>
          <p:cNvSpPr/>
          <p:nvPr/>
        </p:nvSpPr>
        <p:spPr>
          <a:xfrm>
            <a:off x="619560" y="4749120"/>
            <a:ext cx="360" cy="11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3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5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44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7222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6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3333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7" name="PlaceHolder 4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3333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19" r:id="rId2"/>
  </p:sldLayoutIdLst>
</p:sldMaster>
</file>

<file path=ppt/slideMasters/slideMaster3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CustomShape 1" hidden="1"/>
          <p:cNvSpPr/>
          <p:nvPr/>
        </p:nvSpPr>
        <p:spPr>
          <a:xfrm>
            <a:off x="314280" y="4535640"/>
            <a:ext cx="270000" cy="32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00" rIns="0" tIns="0" bIns="0" anchor="b">
            <a:normAutofit/>
          </a:bodyPr>
          <a:p>
            <a:pPr>
              <a:lnSpc>
                <a:spcPct val="85000"/>
              </a:lnSpc>
              <a:spcAft>
                <a:spcPts val="1199"/>
              </a:spcAft>
            </a:pPr>
            <a:fld id="{75B4A0A5-CB87-46E1-A88D-8A9CE1438571}" type="slidenum">
              <a:rPr b="0" lang="fr-FR" sz="800" spc="-1" strike="noStrike">
                <a:solidFill>
                  <a:srgbClr val="000000"/>
                </a:solidFill>
                <a:latin typeface="Helvetica 75 Bold"/>
                <a:ea typeface="DejaVu Sans"/>
              </a:rPr>
              <a:t>&lt;number&gt;</a:t>
            </a:fld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243" name="Group 4"/>
          <p:cNvGrpSpPr/>
          <p:nvPr/>
        </p:nvGrpSpPr>
        <p:grpSpPr>
          <a:xfrm>
            <a:off x="313560" y="4233960"/>
            <a:ext cx="607680" cy="607680"/>
            <a:chOff x="313560" y="4233960"/>
            <a:chExt cx="607680" cy="607680"/>
          </a:xfrm>
        </p:grpSpPr>
        <p:sp>
          <p:nvSpPr>
            <p:cNvPr id="244" name="CustomShape 5"/>
            <p:cNvSpPr/>
            <p:nvPr/>
          </p:nvSpPr>
          <p:spPr>
            <a:xfrm>
              <a:off x="313560" y="4233960"/>
              <a:ext cx="607680" cy="607680"/>
            </a:xfrm>
            <a:prstGeom prst="rect">
              <a:avLst/>
            </a:prstGeom>
            <a:solidFill>
              <a:srgbClr val="ff79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245" name="CustomShape 6"/>
            <p:cNvSpPr/>
            <p:nvPr/>
          </p:nvSpPr>
          <p:spPr>
            <a:xfrm>
              <a:off x="500760" y="4708440"/>
              <a:ext cx="69480" cy="82440"/>
            </a:xfrm>
            <a:custGeom>
              <a:avLst/>
              <a:gdLst>
                <a:gd name="textAreaLeft" fmla="*/ 0 w 69480"/>
                <a:gd name="textAreaRight" fmla="*/ 71640 w 69480"/>
                <a:gd name="textAreaTop" fmla="*/ 0 h 82440"/>
                <a:gd name="textAreaBottom" fmla="*/ 84600 h 82440"/>
              </a:gdLst>
              <a:ahLst/>
              <a:rect l="textAreaLeft" t="textAreaTop" r="textAreaRight" b="textAreaBottom"/>
              <a:pathLst>
                <a:path w="93" h="109">
                  <a:moveTo>
                    <a:pt x="66" y="99"/>
                  </a:moveTo>
                  <a:cubicBezTo>
                    <a:pt x="55" y="106"/>
                    <a:pt x="43" y="109"/>
                    <a:pt x="31" y="109"/>
                  </a:cubicBezTo>
                  <a:cubicBezTo>
                    <a:pt x="11" y="109"/>
                    <a:pt x="0" y="96"/>
                    <a:pt x="0" y="79"/>
                  </a:cubicBezTo>
                  <a:cubicBezTo>
                    <a:pt x="0" y="55"/>
                    <a:pt x="21" y="42"/>
                    <a:pt x="66" y="37"/>
                  </a:cubicBezTo>
                  <a:cubicBezTo>
                    <a:pt x="66" y="32"/>
                    <a:pt x="66" y="32"/>
                    <a:pt x="66" y="32"/>
                  </a:cubicBezTo>
                  <a:cubicBezTo>
                    <a:pt x="66" y="24"/>
                    <a:pt x="60" y="19"/>
                    <a:pt x="49" y="19"/>
                  </a:cubicBezTo>
                  <a:cubicBezTo>
                    <a:pt x="39" y="19"/>
                    <a:pt x="30" y="24"/>
                    <a:pt x="24" y="32"/>
                  </a:cubicBezTo>
                  <a:cubicBezTo>
                    <a:pt x="5" y="21"/>
                    <a:pt x="5" y="21"/>
                    <a:pt x="5" y="21"/>
                  </a:cubicBezTo>
                  <a:cubicBezTo>
                    <a:pt x="15" y="7"/>
                    <a:pt x="30" y="0"/>
                    <a:pt x="50" y="0"/>
                  </a:cubicBezTo>
                  <a:cubicBezTo>
                    <a:pt x="77" y="0"/>
                    <a:pt x="93" y="12"/>
                    <a:pt x="93" y="32"/>
                  </a:cubicBezTo>
                  <a:cubicBezTo>
                    <a:pt x="93" y="32"/>
                    <a:pt x="93" y="108"/>
                    <a:pt x="93" y="108"/>
                  </a:cubicBezTo>
                  <a:cubicBezTo>
                    <a:pt x="68" y="108"/>
                    <a:pt x="68" y="108"/>
                    <a:pt x="68" y="108"/>
                  </a:cubicBezTo>
                  <a:lnTo>
                    <a:pt x="66" y="99"/>
                  </a:lnTo>
                  <a:close/>
                  <a:moveTo>
                    <a:pt x="27" y="77"/>
                  </a:moveTo>
                  <a:cubicBezTo>
                    <a:pt x="27" y="84"/>
                    <a:pt x="31" y="90"/>
                    <a:pt x="39" y="90"/>
                  </a:cubicBezTo>
                  <a:cubicBezTo>
                    <a:pt x="48" y="90"/>
                    <a:pt x="57" y="87"/>
                    <a:pt x="65" y="79"/>
                  </a:cubicBezTo>
                  <a:cubicBezTo>
                    <a:pt x="65" y="54"/>
                    <a:pt x="65" y="54"/>
                    <a:pt x="65" y="54"/>
                  </a:cubicBezTo>
                  <a:cubicBezTo>
                    <a:pt x="39" y="57"/>
                    <a:pt x="27" y="64"/>
                    <a:pt x="27" y="77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600" bIns="396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46" name="CustomShape 7"/>
            <p:cNvSpPr/>
            <p:nvPr/>
          </p:nvSpPr>
          <p:spPr>
            <a:xfrm>
              <a:off x="592920" y="4708440"/>
              <a:ext cx="71280" cy="82440"/>
            </a:xfrm>
            <a:custGeom>
              <a:avLst/>
              <a:gdLst>
                <a:gd name="textAreaLeft" fmla="*/ 0 w 71280"/>
                <a:gd name="textAreaRight" fmla="*/ 73440 w 71280"/>
                <a:gd name="textAreaTop" fmla="*/ 0 h 82440"/>
                <a:gd name="textAreaBottom" fmla="*/ 84600 h 82440"/>
              </a:gdLst>
              <a:ahLst/>
              <a:rect l="textAreaLeft" t="textAreaTop" r="textAreaRight" b="textAreaBottom"/>
              <a:pathLst>
                <a:path w="94" h="108">
                  <a:moveTo>
                    <a:pt x="0" y="5"/>
                  </a:moveTo>
                  <a:cubicBezTo>
                    <a:pt x="23" y="2"/>
                    <a:pt x="23" y="2"/>
                    <a:pt x="23" y="2"/>
                  </a:cubicBezTo>
                  <a:cubicBezTo>
                    <a:pt x="25" y="15"/>
                    <a:pt x="25" y="15"/>
                    <a:pt x="25" y="15"/>
                  </a:cubicBezTo>
                  <a:cubicBezTo>
                    <a:pt x="38" y="5"/>
                    <a:pt x="48" y="0"/>
                    <a:pt x="61" y="0"/>
                  </a:cubicBezTo>
                  <a:cubicBezTo>
                    <a:pt x="83" y="0"/>
                    <a:pt x="94" y="12"/>
                    <a:pt x="94" y="34"/>
                  </a:cubicBezTo>
                  <a:cubicBezTo>
                    <a:pt x="94" y="108"/>
                    <a:pt x="94" y="108"/>
                    <a:pt x="94" y="108"/>
                  </a:cubicBezTo>
                  <a:cubicBezTo>
                    <a:pt x="66" y="108"/>
                    <a:pt x="66" y="108"/>
                    <a:pt x="66" y="108"/>
                  </a:cubicBezTo>
                  <a:cubicBezTo>
                    <a:pt x="66" y="39"/>
                    <a:pt x="66" y="39"/>
                    <a:pt x="66" y="39"/>
                  </a:cubicBezTo>
                  <a:cubicBezTo>
                    <a:pt x="66" y="26"/>
                    <a:pt x="63" y="21"/>
                    <a:pt x="53" y="21"/>
                  </a:cubicBezTo>
                  <a:cubicBezTo>
                    <a:pt x="45" y="21"/>
                    <a:pt x="36" y="24"/>
                    <a:pt x="27" y="32"/>
                  </a:cubicBezTo>
                  <a:cubicBezTo>
                    <a:pt x="27" y="108"/>
                    <a:pt x="27" y="108"/>
                    <a:pt x="27" y="108"/>
                  </a:cubicBezTo>
                  <a:cubicBezTo>
                    <a:pt x="0" y="108"/>
                    <a:pt x="0" y="108"/>
                    <a:pt x="0" y="108"/>
                  </a:cubicBezTo>
                  <a:lnTo>
                    <a:pt x="0" y="5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600" bIns="396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47" name="CustomShape 8"/>
            <p:cNvSpPr/>
            <p:nvPr/>
          </p:nvSpPr>
          <p:spPr>
            <a:xfrm>
              <a:off x="778680" y="4708440"/>
              <a:ext cx="74160" cy="83880"/>
            </a:xfrm>
            <a:custGeom>
              <a:avLst/>
              <a:gdLst>
                <a:gd name="textAreaLeft" fmla="*/ 0 w 74160"/>
                <a:gd name="textAreaRight" fmla="*/ 76320 w 74160"/>
                <a:gd name="textAreaTop" fmla="*/ 0 h 83880"/>
                <a:gd name="textAreaBottom" fmla="*/ 86040 h 83880"/>
              </a:gdLst>
              <a:ahLst/>
              <a:rect l="textAreaLeft" t="textAreaTop" r="textAreaRight" b="textAreaBottom"/>
              <a:pathLst>
                <a:path w="98" h="110">
                  <a:moveTo>
                    <a:pt x="50" y="110"/>
                  </a:moveTo>
                  <a:cubicBezTo>
                    <a:pt x="19" y="110"/>
                    <a:pt x="0" y="90"/>
                    <a:pt x="0" y="55"/>
                  </a:cubicBezTo>
                  <a:cubicBezTo>
                    <a:pt x="0" y="20"/>
                    <a:pt x="19" y="0"/>
                    <a:pt x="49" y="0"/>
                  </a:cubicBezTo>
                  <a:cubicBezTo>
                    <a:pt x="80" y="0"/>
                    <a:pt x="98" y="20"/>
                    <a:pt x="98" y="54"/>
                  </a:cubicBezTo>
                  <a:cubicBezTo>
                    <a:pt x="98" y="56"/>
                    <a:pt x="97" y="57"/>
                    <a:pt x="97" y="59"/>
                  </a:cubicBezTo>
                  <a:cubicBezTo>
                    <a:pt x="27" y="59"/>
                    <a:pt x="27" y="59"/>
                    <a:pt x="27" y="59"/>
                  </a:cubicBezTo>
                  <a:cubicBezTo>
                    <a:pt x="28" y="79"/>
                    <a:pt x="36" y="89"/>
                    <a:pt x="52" y="89"/>
                  </a:cubicBezTo>
                  <a:cubicBezTo>
                    <a:pt x="63" y="89"/>
                    <a:pt x="70" y="85"/>
                    <a:pt x="76" y="76"/>
                  </a:cubicBezTo>
                  <a:cubicBezTo>
                    <a:pt x="96" y="87"/>
                    <a:pt x="96" y="87"/>
                    <a:pt x="96" y="87"/>
                  </a:cubicBezTo>
                  <a:cubicBezTo>
                    <a:pt x="87" y="102"/>
                    <a:pt x="71" y="110"/>
                    <a:pt x="50" y="110"/>
                  </a:cubicBezTo>
                  <a:close/>
                  <a:moveTo>
                    <a:pt x="70" y="41"/>
                  </a:moveTo>
                  <a:cubicBezTo>
                    <a:pt x="70" y="27"/>
                    <a:pt x="62" y="19"/>
                    <a:pt x="49" y="19"/>
                  </a:cubicBezTo>
                  <a:cubicBezTo>
                    <a:pt x="37" y="19"/>
                    <a:pt x="29" y="27"/>
                    <a:pt x="28" y="41"/>
                  </a:cubicBezTo>
                  <a:lnTo>
                    <a:pt x="70" y="41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1040" bIns="4104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48" name="CustomShape 9"/>
            <p:cNvSpPr/>
            <p:nvPr/>
          </p:nvSpPr>
          <p:spPr>
            <a:xfrm>
              <a:off x="347040" y="4708440"/>
              <a:ext cx="79200" cy="83880"/>
            </a:xfrm>
            <a:custGeom>
              <a:avLst/>
              <a:gdLst>
                <a:gd name="textAreaLeft" fmla="*/ 0 w 79200"/>
                <a:gd name="textAreaRight" fmla="*/ 81360 w 79200"/>
                <a:gd name="textAreaTop" fmla="*/ 0 h 83880"/>
                <a:gd name="textAreaBottom" fmla="*/ 86040 h 83880"/>
              </a:gdLst>
              <a:ahLst/>
              <a:rect l="textAreaLeft" t="textAreaTop" r="textAreaRight" b="textAreaBottom"/>
              <a:pathLst>
                <a:path w="104" h="111">
                  <a:moveTo>
                    <a:pt x="52" y="111"/>
                  </a:moveTo>
                  <a:cubicBezTo>
                    <a:pt x="25" y="111"/>
                    <a:pt x="0" y="93"/>
                    <a:pt x="0" y="55"/>
                  </a:cubicBezTo>
                  <a:cubicBezTo>
                    <a:pt x="0" y="17"/>
                    <a:pt x="25" y="0"/>
                    <a:pt x="52" y="0"/>
                  </a:cubicBezTo>
                  <a:cubicBezTo>
                    <a:pt x="79" y="0"/>
                    <a:pt x="104" y="17"/>
                    <a:pt x="104" y="55"/>
                  </a:cubicBezTo>
                  <a:cubicBezTo>
                    <a:pt x="104" y="93"/>
                    <a:pt x="79" y="111"/>
                    <a:pt x="52" y="111"/>
                  </a:cubicBezTo>
                  <a:close/>
                  <a:moveTo>
                    <a:pt x="52" y="23"/>
                  </a:moveTo>
                  <a:cubicBezTo>
                    <a:pt x="31" y="23"/>
                    <a:pt x="28" y="42"/>
                    <a:pt x="28" y="55"/>
                  </a:cubicBezTo>
                  <a:cubicBezTo>
                    <a:pt x="28" y="69"/>
                    <a:pt x="31" y="87"/>
                    <a:pt x="52" y="87"/>
                  </a:cubicBezTo>
                  <a:cubicBezTo>
                    <a:pt x="73" y="87"/>
                    <a:pt x="77" y="69"/>
                    <a:pt x="77" y="55"/>
                  </a:cubicBezTo>
                  <a:cubicBezTo>
                    <a:pt x="77" y="42"/>
                    <a:pt x="73" y="23"/>
                    <a:pt x="52" y="23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1040" bIns="4104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49" name="CustomShape 10"/>
            <p:cNvSpPr/>
            <p:nvPr/>
          </p:nvSpPr>
          <p:spPr>
            <a:xfrm>
              <a:off x="446760" y="4708440"/>
              <a:ext cx="42480" cy="82440"/>
            </a:xfrm>
            <a:custGeom>
              <a:avLst/>
              <a:gdLst>
                <a:gd name="textAreaLeft" fmla="*/ 0 w 42480"/>
                <a:gd name="textAreaRight" fmla="*/ 44640 w 42480"/>
                <a:gd name="textAreaTop" fmla="*/ 0 h 82440"/>
                <a:gd name="textAreaBottom" fmla="*/ 84600 h 82440"/>
              </a:gdLst>
              <a:ahLst/>
              <a:rect l="textAreaLeft" t="textAreaTop" r="textAreaRight" b="textAreaBottom"/>
              <a:pathLst>
                <a:path w="59" h="108">
                  <a:moveTo>
                    <a:pt x="0" y="3"/>
                  </a:moveTo>
                  <a:cubicBezTo>
                    <a:pt x="26" y="3"/>
                    <a:pt x="26" y="3"/>
                    <a:pt x="26" y="3"/>
                  </a:cubicBezTo>
                  <a:cubicBezTo>
                    <a:pt x="26" y="15"/>
                    <a:pt x="26" y="15"/>
                    <a:pt x="26" y="15"/>
                  </a:cubicBezTo>
                  <a:cubicBezTo>
                    <a:pt x="31" y="8"/>
                    <a:pt x="44" y="0"/>
                    <a:pt x="55" y="0"/>
                  </a:cubicBezTo>
                  <a:cubicBezTo>
                    <a:pt x="57" y="0"/>
                    <a:pt x="58" y="0"/>
                    <a:pt x="59" y="1"/>
                  </a:cubicBezTo>
                  <a:cubicBezTo>
                    <a:pt x="59" y="27"/>
                    <a:pt x="59" y="27"/>
                    <a:pt x="59" y="27"/>
                  </a:cubicBezTo>
                  <a:cubicBezTo>
                    <a:pt x="59" y="27"/>
                    <a:pt x="58" y="27"/>
                    <a:pt x="58" y="27"/>
                  </a:cubicBezTo>
                  <a:cubicBezTo>
                    <a:pt x="46" y="27"/>
                    <a:pt x="32" y="28"/>
                    <a:pt x="28" y="38"/>
                  </a:cubicBezTo>
                  <a:cubicBezTo>
                    <a:pt x="28" y="108"/>
                    <a:pt x="28" y="108"/>
                    <a:pt x="28" y="108"/>
                  </a:cubicBezTo>
                  <a:cubicBezTo>
                    <a:pt x="0" y="108"/>
                    <a:pt x="0" y="108"/>
                    <a:pt x="0" y="108"/>
                  </a:cubicBezTo>
                  <a:lnTo>
                    <a:pt x="0" y="3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600" bIns="396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50" name="CustomShape 11"/>
            <p:cNvSpPr/>
            <p:nvPr/>
          </p:nvSpPr>
          <p:spPr>
            <a:xfrm>
              <a:off x="685080" y="4708440"/>
              <a:ext cx="74160" cy="115560"/>
            </a:xfrm>
            <a:custGeom>
              <a:avLst/>
              <a:gdLst>
                <a:gd name="textAreaLeft" fmla="*/ 0 w 74160"/>
                <a:gd name="textAreaRight" fmla="*/ 76320 w 74160"/>
                <a:gd name="textAreaTop" fmla="*/ 0 h 115560"/>
                <a:gd name="textAreaBottom" fmla="*/ 117720 h 115560"/>
              </a:gdLst>
              <a:ahLst/>
              <a:rect l="textAreaLeft" t="textAreaTop" r="textAreaRight" b="textAreaBottom"/>
              <a:pathLst>
                <a:path w="98" h="149">
                  <a:moveTo>
                    <a:pt x="49" y="85"/>
                  </a:moveTo>
                  <a:cubicBezTo>
                    <a:pt x="70" y="85"/>
                    <a:pt x="72" y="64"/>
                    <a:pt x="72" y="50"/>
                  </a:cubicBezTo>
                  <a:cubicBezTo>
                    <a:pt x="72" y="33"/>
                    <a:pt x="64" y="20"/>
                    <a:pt x="49" y="20"/>
                  </a:cubicBezTo>
                  <a:cubicBezTo>
                    <a:pt x="39" y="20"/>
                    <a:pt x="28" y="27"/>
                    <a:pt x="28" y="51"/>
                  </a:cubicBezTo>
                  <a:cubicBezTo>
                    <a:pt x="28" y="64"/>
                    <a:pt x="29" y="85"/>
                    <a:pt x="49" y="85"/>
                  </a:cubicBezTo>
                  <a:close/>
                  <a:moveTo>
                    <a:pt x="98" y="2"/>
                  </a:moveTo>
                  <a:cubicBezTo>
                    <a:pt x="98" y="102"/>
                    <a:pt x="98" y="102"/>
                    <a:pt x="98" y="102"/>
                  </a:cubicBezTo>
                  <a:cubicBezTo>
                    <a:pt x="98" y="119"/>
                    <a:pt x="97" y="148"/>
                    <a:pt x="47" y="149"/>
                  </a:cubicBezTo>
                  <a:cubicBezTo>
                    <a:pt x="26" y="149"/>
                    <a:pt x="7" y="141"/>
                    <a:pt x="3" y="123"/>
                  </a:cubicBezTo>
                  <a:cubicBezTo>
                    <a:pt x="30" y="118"/>
                    <a:pt x="30" y="118"/>
                    <a:pt x="30" y="118"/>
                  </a:cubicBezTo>
                  <a:cubicBezTo>
                    <a:pt x="32" y="123"/>
                    <a:pt x="35" y="128"/>
                    <a:pt x="50" y="128"/>
                  </a:cubicBezTo>
                  <a:cubicBezTo>
                    <a:pt x="65" y="128"/>
                    <a:pt x="72" y="122"/>
                    <a:pt x="72" y="105"/>
                  </a:cubicBezTo>
                  <a:cubicBezTo>
                    <a:pt x="72" y="93"/>
                    <a:pt x="72" y="93"/>
                    <a:pt x="72" y="93"/>
                  </a:cubicBezTo>
                  <a:cubicBezTo>
                    <a:pt x="71" y="92"/>
                    <a:pt x="71" y="92"/>
                    <a:pt x="71" y="92"/>
                  </a:cubicBezTo>
                  <a:cubicBezTo>
                    <a:pt x="67" y="100"/>
                    <a:pt x="60" y="108"/>
                    <a:pt x="44" y="108"/>
                  </a:cubicBezTo>
                  <a:cubicBezTo>
                    <a:pt x="19" y="108"/>
                    <a:pt x="0" y="91"/>
                    <a:pt x="0" y="55"/>
                  </a:cubicBezTo>
                  <a:cubicBezTo>
                    <a:pt x="0" y="20"/>
                    <a:pt x="20" y="0"/>
                    <a:pt x="42" y="0"/>
                  </a:cubicBezTo>
                  <a:cubicBezTo>
                    <a:pt x="63" y="0"/>
                    <a:pt x="71" y="10"/>
                    <a:pt x="73" y="15"/>
                  </a:cubicBezTo>
                  <a:cubicBezTo>
                    <a:pt x="73" y="15"/>
                    <a:pt x="73" y="15"/>
                    <a:pt x="73" y="15"/>
                  </a:cubicBezTo>
                  <a:cubicBezTo>
                    <a:pt x="75" y="2"/>
                    <a:pt x="75" y="2"/>
                    <a:pt x="75" y="2"/>
                  </a:cubicBezTo>
                  <a:lnTo>
                    <a:pt x="98" y="2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51" name="CustomShape 12"/>
            <p:cNvSpPr/>
            <p:nvPr/>
          </p:nvSpPr>
          <p:spPr>
            <a:xfrm>
              <a:off x="843840" y="4678200"/>
              <a:ext cx="53640" cy="21960"/>
            </a:xfrm>
            <a:custGeom>
              <a:avLst/>
              <a:gdLst>
                <a:gd name="textAreaLeft" fmla="*/ 0 w 53640"/>
                <a:gd name="textAreaRight" fmla="*/ 55800 w 53640"/>
                <a:gd name="textAreaTop" fmla="*/ 0 h 21960"/>
                <a:gd name="textAreaBottom" fmla="*/ 24120 h 21960"/>
              </a:gdLst>
              <a:ahLst/>
              <a:rect l="textAreaLeft" t="textAreaTop" r="textAreaRight" b="textAreaBottom"/>
              <a:pathLst>
                <a:path w="37" h="17">
                  <a:moveTo>
                    <a:pt x="14" y="2"/>
                  </a:moveTo>
                  <a:lnTo>
                    <a:pt x="9" y="2"/>
                  </a:lnTo>
                  <a:lnTo>
                    <a:pt x="9" y="17"/>
                  </a:lnTo>
                  <a:lnTo>
                    <a:pt x="6" y="17"/>
                  </a:lnTo>
                  <a:lnTo>
                    <a:pt x="6" y="2"/>
                  </a:lnTo>
                  <a:lnTo>
                    <a:pt x="0" y="2"/>
                  </a:lnTo>
                  <a:lnTo>
                    <a:pt x="0" y="0"/>
                  </a:lnTo>
                  <a:lnTo>
                    <a:pt x="14" y="0"/>
                  </a:lnTo>
                  <a:lnTo>
                    <a:pt x="14" y="2"/>
                  </a:lnTo>
                  <a:close/>
                  <a:moveTo>
                    <a:pt x="37" y="17"/>
                  </a:moveTo>
                  <a:lnTo>
                    <a:pt x="34" y="17"/>
                  </a:lnTo>
                  <a:lnTo>
                    <a:pt x="34" y="2"/>
                  </a:lnTo>
                  <a:lnTo>
                    <a:pt x="34" y="2"/>
                  </a:lnTo>
                  <a:lnTo>
                    <a:pt x="29" y="17"/>
                  </a:lnTo>
                  <a:lnTo>
                    <a:pt x="27" y="17"/>
                  </a:lnTo>
                  <a:lnTo>
                    <a:pt x="21" y="2"/>
                  </a:lnTo>
                  <a:lnTo>
                    <a:pt x="20" y="2"/>
                  </a:lnTo>
                  <a:lnTo>
                    <a:pt x="20" y="17"/>
                  </a:lnTo>
                  <a:lnTo>
                    <a:pt x="18" y="17"/>
                  </a:lnTo>
                  <a:lnTo>
                    <a:pt x="18" y="0"/>
                  </a:lnTo>
                  <a:lnTo>
                    <a:pt x="22" y="0"/>
                  </a:lnTo>
                  <a:lnTo>
                    <a:pt x="28" y="13"/>
                  </a:lnTo>
                  <a:lnTo>
                    <a:pt x="33" y="0"/>
                  </a:lnTo>
                  <a:lnTo>
                    <a:pt x="37" y="0"/>
                  </a:lnTo>
                  <a:lnTo>
                    <a:pt x="37" y="17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20880" bIns="-2088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</p:grpSp>
      <p:sp>
        <p:nvSpPr>
          <p:cNvPr id="25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3333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4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3333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5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888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21" r:id="rId2"/>
  </p:sldLayoutIdLst>
</p:sldMaster>
</file>

<file path=ppt/slideMasters/slideMaster3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CustomShape 1" hidden="1"/>
          <p:cNvSpPr/>
          <p:nvPr/>
        </p:nvSpPr>
        <p:spPr>
          <a:xfrm>
            <a:off x="314280" y="4535640"/>
            <a:ext cx="270000" cy="32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00" rIns="0" tIns="0" bIns="0" anchor="b">
            <a:normAutofit/>
          </a:bodyPr>
          <a:p>
            <a:pPr>
              <a:lnSpc>
                <a:spcPct val="85000"/>
              </a:lnSpc>
              <a:spcAft>
                <a:spcPts val="1199"/>
              </a:spcAft>
            </a:pPr>
            <a:fld id="{F1C920BE-497E-4B07-98EC-4BD965305C36}" type="slidenum">
              <a:rPr b="0" lang="fr-FR" sz="800" spc="-1" strike="noStrike">
                <a:solidFill>
                  <a:srgbClr val="000000"/>
                </a:solidFill>
                <a:latin typeface="Helvetica 75 Bold"/>
                <a:ea typeface="DejaVu Sans"/>
              </a:rPr>
              <a:t>&lt;number&gt;</a:t>
            </a:fld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261" name="Group 4"/>
          <p:cNvGrpSpPr/>
          <p:nvPr/>
        </p:nvGrpSpPr>
        <p:grpSpPr>
          <a:xfrm>
            <a:off x="313560" y="4233960"/>
            <a:ext cx="607680" cy="607680"/>
            <a:chOff x="313560" y="4233960"/>
            <a:chExt cx="607680" cy="607680"/>
          </a:xfrm>
        </p:grpSpPr>
        <p:sp>
          <p:nvSpPr>
            <p:cNvPr id="262" name="CustomShape 5"/>
            <p:cNvSpPr/>
            <p:nvPr/>
          </p:nvSpPr>
          <p:spPr>
            <a:xfrm>
              <a:off x="313560" y="4233960"/>
              <a:ext cx="607680" cy="607680"/>
            </a:xfrm>
            <a:prstGeom prst="rect">
              <a:avLst/>
            </a:prstGeom>
            <a:solidFill>
              <a:srgbClr val="ff79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263" name="CustomShape 6"/>
            <p:cNvSpPr/>
            <p:nvPr/>
          </p:nvSpPr>
          <p:spPr>
            <a:xfrm>
              <a:off x="500760" y="4708440"/>
              <a:ext cx="69480" cy="82440"/>
            </a:xfrm>
            <a:custGeom>
              <a:avLst/>
              <a:gdLst>
                <a:gd name="textAreaLeft" fmla="*/ 0 w 69480"/>
                <a:gd name="textAreaRight" fmla="*/ 71640 w 69480"/>
                <a:gd name="textAreaTop" fmla="*/ 0 h 82440"/>
                <a:gd name="textAreaBottom" fmla="*/ 84600 h 82440"/>
              </a:gdLst>
              <a:ahLst/>
              <a:rect l="textAreaLeft" t="textAreaTop" r="textAreaRight" b="textAreaBottom"/>
              <a:pathLst>
                <a:path w="93" h="109">
                  <a:moveTo>
                    <a:pt x="66" y="99"/>
                  </a:moveTo>
                  <a:cubicBezTo>
                    <a:pt x="55" y="106"/>
                    <a:pt x="43" y="109"/>
                    <a:pt x="31" y="109"/>
                  </a:cubicBezTo>
                  <a:cubicBezTo>
                    <a:pt x="11" y="109"/>
                    <a:pt x="0" y="96"/>
                    <a:pt x="0" y="79"/>
                  </a:cubicBezTo>
                  <a:cubicBezTo>
                    <a:pt x="0" y="55"/>
                    <a:pt x="21" y="42"/>
                    <a:pt x="66" y="37"/>
                  </a:cubicBezTo>
                  <a:cubicBezTo>
                    <a:pt x="66" y="32"/>
                    <a:pt x="66" y="32"/>
                    <a:pt x="66" y="32"/>
                  </a:cubicBezTo>
                  <a:cubicBezTo>
                    <a:pt x="66" y="24"/>
                    <a:pt x="60" y="19"/>
                    <a:pt x="49" y="19"/>
                  </a:cubicBezTo>
                  <a:cubicBezTo>
                    <a:pt x="39" y="19"/>
                    <a:pt x="30" y="24"/>
                    <a:pt x="24" y="32"/>
                  </a:cubicBezTo>
                  <a:cubicBezTo>
                    <a:pt x="5" y="21"/>
                    <a:pt x="5" y="21"/>
                    <a:pt x="5" y="21"/>
                  </a:cubicBezTo>
                  <a:cubicBezTo>
                    <a:pt x="15" y="7"/>
                    <a:pt x="30" y="0"/>
                    <a:pt x="50" y="0"/>
                  </a:cubicBezTo>
                  <a:cubicBezTo>
                    <a:pt x="77" y="0"/>
                    <a:pt x="93" y="12"/>
                    <a:pt x="93" y="32"/>
                  </a:cubicBezTo>
                  <a:cubicBezTo>
                    <a:pt x="93" y="32"/>
                    <a:pt x="93" y="108"/>
                    <a:pt x="93" y="108"/>
                  </a:cubicBezTo>
                  <a:cubicBezTo>
                    <a:pt x="68" y="108"/>
                    <a:pt x="68" y="108"/>
                    <a:pt x="68" y="108"/>
                  </a:cubicBezTo>
                  <a:lnTo>
                    <a:pt x="66" y="99"/>
                  </a:lnTo>
                  <a:close/>
                  <a:moveTo>
                    <a:pt x="27" y="77"/>
                  </a:moveTo>
                  <a:cubicBezTo>
                    <a:pt x="27" y="84"/>
                    <a:pt x="31" y="90"/>
                    <a:pt x="39" y="90"/>
                  </a:cubicBezTo>
                  <a:cubicBezTo>
                    <a:pt x="48" y="90"/>
                    <a:pt x="57" y="87"/>
                    <a:pt x="65" y="79"/>
                  </a:cubicBezTo>
                  <a:cubicBezTo>
                    <a:pt x="65" y="54"/>
                    <a:pt x="65" y="54"/>
                    <a:pt x="65" y="54"/>
                  </a:cubicBezTo>
                  <a:cubicBezTo>
                    <a:pt x="39" y="57"/>
                    <a:pt x="27" y="64"/>
                    <a:pt x="27" y="77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600" bIns="396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64" name="CustomShape 7"/>
            <p:cNvSpPr/>
            <p:nvPr/>
          </p:nvSpPr>
          <p:spPr>
            <a:xfrm>
              <a:off x="592920" y="4708440"/>
              <a:ext cx="71280" cy="82440"/>
            </a:xfrm>
            <a:custGeom>
              <a:avLst/>
              <a:gdLst>
                <a:gd name="textAreaLeft" fmla="*/ 0 w 71280"/>
                <a:gd name="textAreaRight" fmla="*/ 73440 w 71280"/>
                <a:gd name="textAreaTop" fmla="*/ 0 h 82440"/>
                <a:gd name="textAreaBottom" fmla="*/ 84600 h 82440"/>
              </a:gdLst>
              <a:ahLst/>
              <a:rect l="textAreaLeft" t="textAreaTop" r="textAreaRight" b="textAreaBottom"/>
              <a:pathLst>
                <a:path w="94" h="108">
                  <a:moveTo>
                    <a:pt x="0" y="5"/>
                  </a:moveTo>
                  <a:cubicBezTo>
                    <a:pt x="23" y="2"/>
                    <a:pt x="23" y="2"/>
                    <a:pt x="23" y="2"/>
                  </a:cubicBezTo>
                  <a:cubicBezTo>
                    <a:pt x="25" y="15"/>
                    <a:pt x="25" y="15"/>
                    <a:pt x="25" y="15"/>
                  </a:cubicBezTo>
                  <a:cubicBezTo>
                    <a:pt x="38" y="5"/>
                    <a:pt x="48" y="0"/>
                    <a:pt x="61" y="0"/>
                  </a:cubicBezTo>
                  <a:cubicBezTo>
                    <a:pt x="83" y="0"/>
                    <a:pt x="94" y="12"/>
                    <a:pt x="94" y="34"/>
                  </a:cubicBezTo>
                  <a:cubicBezTo>
                    <a:pt x="94" y="108"/>
                    <a:pt x="94" y="108"/>
                    <a:pt x="94" y="108"/>
                  </a:cubicBezTo>
                  <a:cubicBezTo>
                    <a:pt x="66" y="108"/>
                    <a:pt x="66" y="108"/>
                    <a:pt x="66" y="108"/>
                  </a:cubicBezTo>
                  <a:cubicBezTo>
                    <a:pt x="66" y="39"/>
                    <a:pt x="66" y="39"/>
                    <a:pt x="66" y="39"/>
                  </a:cubicBezTo>
                  <a:cubicBezTo>
                    <a:pt x="66" y="26"/>
                    <a:pt x="63" y="21"/>
                    <a:pt x="53" y="21"/>
                  </a:cubicBezTo>
                  <a:cubicBezTo>
                    <a:pt x="45" y="21"/>
                    <a:pt x="36" y="24"/>
                    <a:pt x="27" y="32"/>
                  </a:cubicBezTo>
                  <a:cubicBezTo>
                    <a:pt x="27" y="108"/>
                    <a:pt x="27" y="108"/>
                    <a:pt x="27" y="108"/>
                  </a:cubicBezTo>
                  <a:cubicBezTo>
                    <a:pt x="0" y="108"/>
                    <a:pt x="0" y="108"/>
                    <a:pt x="0" y="108"/>
                  </a:cubicBezTo>
                  <a:lnTo>
                    <a:pt x="0" y="5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600" bIns="396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65" name="CustomShape 8"/>
            <p:cNvSpPr/>
            <p:nvPr/>
          </p:nvSpPr>
          <p:spPr>
            <a:xfrm>
              <a:off x="778680" y="4708440"/>
              <a:ext cx="74160" cy="83880"/>
            </a:xfrm>
            <a:custGeom>
              <a:avLst/>
              <a:gdLst>
                <a:gd name="textAreaLeft" fmla="*/ 0 w 74160"/>
                <a:gd name="textAreaRight" fmla="*/ 76320 w 74160"/>
                <a:gd name="textAreaTop" fmla="*/ 0 h 83880"/>
                <a:gd name="textAreaBottom" fmla="*/ 86040 h 83880"/>
              </a:gdLst>
              <a:ahLst/>
              <a:rect l="textAreaLeft" t="textAreaTop" r="textAreaRight" b="textAreaBottom"/>
              <a:pathLst>
                <a:path w="98" h="110">
                  <a:moveTo>
                    <a:pt x="50" y="110"/>
                  </a:moveTo>
                  <a:cubicBezTo>
                    <a:pt x="19" y="110"/>
                    <a:pt x="0" y="90"/>
                    <a:pt x="0" y="55"/>
                  </a:cubicBezTo>
                  <a:cubicBezTo>
                    <a:pt x="0" y="20"/>
                    <a:pt x="19" y="0"/>
                    <a:pt x="49" y="0"/>
                  </a:cubicBezTo>
                  <a:cubicBezTo>
                    <a:pt x="80" y="0"/>
                    <a:pt x="98" y="20"/>
                    <a:pt x="98" y="54"/>
                  </a:cubicBezTo>
                  <a:cubicBezTo>
                    <a:pt x="98" y="56"/>
                    <a:pt x="97" y="57"/>
                    <a:pt x="97" y="59"/>
                  </a:cubicBezTo>
                  <a:cubicBezTo>
                    <a:pt x="27" y="59"/>
                    <a:pt x="27" y="59"/>
                    <a:pt x="27" y="59"/>
                  </a:cubicBezTo>
                  <a:cubicBezTo>
                    <a:pt x="28" y="79"/>
                    <a:pt x="36" y="89"/>
                    <a:pt x="52" y="89"/>
                  </a:cubicBezTo>
                  <a:cubicBezTo>
                    <a:pt x="63" y="89"/>
                    <a:pt x="70" y="85"/>
                    <a:pt x="76" y="76"/>
                  </a:cubicBezTo>
                  <a:cubicBezTo>
                    <a:pt x="96" y="87"/>
                    <a:pt x="96" y="87"/>
                    <a:pt x="96" y="87"/>
                  </a:cubicBezTo>
                  <a:cubicBezTo>
                    <a:pt x="87" y="102"/>
                    <a:pt x="71" y="110"/>
                    <a:pt x="50" y="110"/>
                  </a:cubicBezTo>
                  <a:close/>
                  <a:moveTo>
                    <a:pt x="70" y="41"/>
                  </a:moveTo>
                  <a:cubicBezTo>
                    <a:pt x="70" y="27"/>
                    <a:pt x="62" y="19"/>
                    <a:pt x="49" y="19"/>
                  </a:cubicBezTo>
                  <a:cubicBezTo>
                    <a:pt x="37" y="19"/>
                    <a:pt x="29" y="27"/>
                    <a:pt x="28" y="41"/>
                  </a:cubicBezTo>
                  <a:lnTo>
                    <a:pt x="70" y="41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1040" bIns="4104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66" name="CustomShape 9"/>
            <p:cNvSpPr/>
            <p:nvPr/>
          </p:nvSpPr>
          <p:spPr>
            <a:xfrm>
              <a:off x="347040" y="4708440"/>
              <a:ext cx="79200" cy="83880"/>
            </a:xfrm>
            <a:custGeom>
              <a:avLst/>
              <a:gdLst>
                <a:gd name="textAreaLeft" fmla="*/ 0 w 79200"/>
                <a:gd name="textAreaRight" fmla="*/ 81360 w 79200"/>
                <a:gd name="textAreaTop" fmla="*/ 0 h 83880"/>
                <a:gd name="textAreaBottom" fmla="*/ 86040 h 83880"/>
              </a:gdLst>
              <a:ahLst/>
              <a:rect l="textAreaLeft" t="textAreaTop" r="textAreaRight" b="textAreaBottom"/>
              <a:pathLst>
                <a:path w="104" h="111">
                  <a:moveTo>
                    <a:pt x="52" y="111"/>
                  </a:moveTo>
                  <a:cubicBezTo>
                    <a:pt x="25" y="111"/>
                    <a:pt x="0" y="93"/>
                    <a:pt x="0" y="55"/>
                  </a:cubicBezTo>
                  <a:cubicBezTo>
                    <a:pt x="0" y="17"/>
                    <a:pt x="25" y="0"/>
                    <a:pt x="52" y="0"/>
                  </a:cubicBezTo>
                  <a:cubicBezTo>
                    <a:pt x="79" y="0"/>
                    <a:pt x="104" y="17"/>
                    <a:pt x="104" y="55"/>
                  </a:cubicBezTo>
                  <a:cubicBezTo>
                    <a:pt x="104" y="93"/>
                    <a:pt x="79" y="111"/>
                    <a:pt x="52" y="111"/>
                  </a:cubicBezTo>
                  <a:close/>
                  <a:moveTo>
                    <a:pt x="52" y="23"/>
                  </a:moveTo>
                  <a:cubicBezTo>
                    <a:pt x="31" y="23"/>
                    <a:pt x="28" y="42"/>
                    <a:pt x="28" y="55"/>
                  </a:cubicBezTo>
                  <a:cubicBezTo>
                    <a:pt x="28" y="69"/>
                    <a:pt x="31" y="87"/>
                    <a:pt x="52" y="87"/>
                  </a:cubicBezTo>
                  <a:cubicBezTo>
                    <a:pt x="73" y="87"/>
                    <a:pt x="77" y="69"/>
                    <a:pt x="77" y="55"/>
                  </a:cubicBezTo>
                  <a:cubicBezTo>
                    <a:pt x="77" y="42"/>
                    <a:pt x="73" y="23"/>
                    <a:pt x="52" y="23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1040" bIns="4104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67" name="CustomShape 10"/>
            <p:cNvSpPr/>
            <p:nvPr/>
          </p:nvSpPr>
          <p:spPr>
            <a:xfrm>
              <a:off x="446760" y="4708440"/>
              <a:ext cx="42480" cy="82440"/>
            </a:xfrm>
            <a:custGeom>
              <a:avLst/>
              <a:gdLst>
                <a:gd name="textAreaLeft" fmla="*/ 0 w 42480"/>
                <a:gd name="textAreaRight" fmla="*/ 44640 w 42480"/>
                <a:gd name="textAreaTop" fmla="*/ 0 h 82440"/>
                <a:gd name="textAreaBottom" fmla="*/ 84600 h 82440"/>
              </a:gdLst>
              <a:ahLst/>
              <a:rect l="textAreaLeft" t="textAreaTop" r="textAreaRight" b="textAreaBottom"/>
              <a:pathLst>
                <a:path w="59" h="108">
                  <a:moveTo>
                    <a:pt x="0" y="3"/>
                  </a:moveTo>
                  <a:cubicBezTo>
                    <a:pt x="26" y="3"/>
                    <a:pt x="26" y="3"/>
                    <a:pt x="26" y="3"/>
                  </a:cubicBezTo>
                  <a:cubicBezTo>
                    <a:pt x="26" y="15"/>
                    <a:pt x="26" y="15"/>
                    <a:pt x="26" y="15"/>
                  </a:cubicBezTo>
                  <a:cubicBezTo>
                    <a:pt x="31" y="8"/>
                    <a:pt x="44" y="0"/>
                    <a:pt x="55" y="0"/>
                  </a:cubicBezTo>
                  <a:cubicBezTo>
                    <a:pt x="57" y="0"/>
                    <a:pt x="58" y="0"/>
                    <a:pt x="59" y="1"/>
                  </a:cubicBezTo>
                  <a:cubicBezTo>
                    <a:pt x="59" y="27"/>
                    <a:pt x="59" y="27"/>
                    <a:pt x="59" y="27"/>
                  </a:cubicBezTo>
                  <a:cubicBezTo>
                    <a:pt x="59" y="27"/>
                    <a:pt x="58" y="27"/>
                    <a:pt x="58" y="27"/>
                  </a:cubicBezTo>
                  <a:cubicBezTo>
                    <a:pt x="46" y="27"/>
                    <a:pt x="32" y="28"/>
                    <a:pt x="28" y="38"/>
                  </a:cubicBezTo>
                  <a:cubicBezTo>
                    <a:pt x="28" y="108"/>
                    <a:pt x="28" y="108"/>
                    <a:pt x="28" y="108"/>
                  </a:cubicBezTo>
                  <a:cubicBezTo>
                    <a:pt x="0" y="108"/>
                    <a:pt x="0" y="108"/>
                    <a:pt x="0" y="108"/>
                  </a:cubicBezTo>
                  <a:lnTo>
                    <a:pt x="0" y="3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600" bIns="396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68" name="CustomShape 11"/>
            <p:cNvSpPr/>
            <p:nvPr/>
          </p:nvSpPr>
          <p:spPr>
            <a:xfrm>
              <a:off x="685080" y="4708440"/>
              <a:ext cx="74160" cy="115560"/>
            </a:xfrm>
            <a:custGeom>
              <a:avLst/>
              <a:gdLst>
                <a:gd name="textAreaLeft" fmla="*/ 0 w 74160"/>
                <a:gd name="textAreaRight" fmla="*/ 76320 w 74160"/>
                <a:gd name="textAreaTop" fmla="*/ 0 h 115560"/>
                <a:gd name="textAreaBottom" fmla="*/ 117720 h 115560"/>
              </a:gdLst>
              <a:ahLst/>
              <a:rect l="textAreaLeft" t="textAreaTop" r="textAreaRight" b="textAreaBottom"/>
              <a:pathLst>
                <a:path w="98" h="149">
                  <a:moveTo>
                    <a:pt x="49" y="85"/>
                  </a:moveTo>
                  <a:cubicBezTo>
                    <a:pt x="70" y="85"/>
                    <a:pt x="72" y="64"/>
                    <a:pt x="72" y="50"/>
                  </a:cubicBezTo>
                  <a:cubicBezTo>
                    <a:pt x="72" y="33"/>
                    <a:pt x="64" y="20"/>
                    <a:pt x="49" y="20"/>
                  </a:cubicBezTo>
                  <a:cubicBezTo>
                    <a:pt x="39" y="20"/>
                    <a:pt x="28" y="27"/>
                    <a:pt x="28" y="51"/>
                  </a:cubicBezTo>
                  <a:cubicBezTo>
                    <a:pt x="28" y="64"/>
                    <a:pt x="29" y="85"/>
                    <a:pt x="49" y="85"/>
                  </a:cubicBezTo>
                  <a:close/>
                  <a:moveTo>
                    <a:pt x="98" y="2"/>
                  </a:moveTo>
                  <a:cubicBezTo>
                    <a:pt x="98" y="102"/>
                    <a:pt x="98" y="102"/>
                    <a:pt x="98" y="102"/>
                  </a:cubicBezTo>
                  <a:cubicBezTo>
                    <a:pt x="98" y="119"/>
                    <a:pt x="97" y="148"/>
                    <a:pt x="47" y="149"/>
                  </a:cubicBezTo>
                  <a:cubicBezTo>
                    <a:pt x="26" y="149"/>
                    <a:pt x="7" y="141"/>
                    <a:pt x="3" y="123"/>
                  </a:cubicBezTo>
                  <a:cubicBezTo>
                    <a:pt x="30" y="118"/>
                    <a:pt x="30" y="118"/>
                    <a:pt x="30" y="118"/>
                  </a:cubicBezTo>
                  <a:cubicBezTo>
                    <a:pt x="32" y="123"/>
                    <a:pt x="35" y="128"/>
                    <a:pt x="50" y="128"/>
                  </a:cubicBezTo>
                  <a:cubicBezTo>
                    <a:pt x="65" y="128"/>
                    <a:pt x="72" y="122"/>
                    <a:pt x="72" y="105"/>
                  </a:cubicBezTo>
                  <a:cubicBezTo>
                    <a:pt x="72" y="93"/>
                    <a:pt x="72" y="93"/>
                    <a:pt x="72" y="93"/>
                  </a:cubicBezTo>
                  <a:cubicBezTo>
                    <a:pt x="71" y="92"/>
                    <a:pt x="71" y="92"/>
                    <a:pt x="71" y="92"/>
                  </a:cubicBezTo>
                  <a:cubicBezTo>
                    <a:pt x="67" y="100"/>
                    <a:pt x="60" y="108"/>
                    <a:pt x="44" y="108"/>
                  </a:cubicBezTo>
                  <a:cubicBezTo>
                    <a:pt x="19" y="108"/>
                    <a:pt x="0" y="91"/>
                    <a:pt x="0" y="55"/>
                  </a:cubicBezTo>
                  <a:cubicBezTo>
                    <a:pt x="0" y="20"/>
                    <a:pt x="20" y="0"/>
                    <a:pt x="42" y="0"/>
                  </a:cubicBezTo>
                  <a:cubicBezTo>
                    <a:pt x="63" y="0"/>
                    <a:pt x="71" y="10"/>
                    <a:pt x="73" y="15"/>
                  </a:cubicBezTo>
                  <a:cubicBezTo>
                    <a:pt x="73" y="15"/>
                    <a:pt x="73" y="15"/>
                    <a:pt x="73" y="15"/>
                  </a:cubicBezTo>
                  <a:cubicBezTo>
                    <a:pt x="75" y="2"/>
                    <a:pt x="75" y="2"/>
                    <a:pt x="75" y="2"/>
                  </a:cubicBezTo>
                  <a:lnTo>
                    <a:pt x="98" y="2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69" name="CustomShape 12"/>
            <p:cNvSpPr/>
            <p:nvPr/>
          </p:nvSpPr>
          <p:spPr>
            <a:xfrm>
              <a:off x="843840" y="4678200"/>
              <a:ext cx="53640" cy="21960"/>
            </a:xfrm>
            <a:custGeom>
              <a:avLst/>
              <a:gdLst>
                <a:gd name="textAreaLeft" fmla="*/ 0 w 53640"/>
                <a:gd name="textAreaRight" fmla="*/ 55800 w 53640"/>
                <a:gd name="textAreaTop" fmla="*/ 0 h 21960"/>
                <a:gd name="textAreaBottom" fmla="*/ 24120 h 21960"/>
              </a:gdLst>
              <a:ahLst/>
              <a:rect l="textAreaLeft" t="textAreaTop" r="textAreaRight" b="textAreaBottom"/>
              <a:pathLst>
                <a:path w="37" h="17">
                  <a:moveTo>
                    <a:pt x="14" y="2"/>
                  </a:moveTo>
                  <a:lnTo>
                    <a:pt x="9" y="2"/>
                  </a:lnTo>
                  <a:lnTo>
                    <a:pt x="9" y="17"/>
                  </a:lnTo>
                  <a:lnTo>
                    <a:pt x="6" y="17"/>
                  </a:lnTo>
                  <a:lnTo>
                    <a:pt x="6" y="2"/>
                  </a:lnTo>
                  <a:lnTo>
                    <a:pt x="0" y="2"/>
                  </a:lnTo>
                  <a:lnTo>
                    <a:pt x="0" y="0"/>
                  </a:lnTo>
                  <a:lnTo>
                    <a:pt x="14" y="0"/>
                  </a:lnTo>
                  <a:lnTo>
                    <a:pt x="14" y="2"/>
                  </a:lnTo>
                  <a:close/>
                  <a:moveTo>
                    <a:pt x="37" y="17"/>
                  </a:moveTo>
                  <a:lnTo>
                    <a:pt x="34" y="17"/>
                  </a:lnTo>
                  <a:lnTo>
                    <a:pt x="34" y="2"/>
                  </a:lnTo>
                  <a:lnTo>
                    <a:pt x="34" y="2"/>
                  </a:lnTo>
                  <a:lnTo>
                    <a:pt x="29" y="17"/>
                  </a:lnTo>
                  <a:lnTo>
                    <a:pt x="27" y="17"/>
                  </a:lnTo>
                  <a:lnTo>
                    <a:pt x="21" y="2"/>
                  </a:lnTo>
                  <a:lnTo>
                    <a:pt x="20" y="2"/>
                  </a:lnTo>
                  <a:lnTo>
                    <a:pt x="20" y="17"/>
                  </a:lnTo>
                  <a:lnTo>
                    <a:pt x="18" y="17"/>
                  </a:lnTo>
                  <a:lnTo>
                    <a:pt x="18" y="0"/>
                  </a:lnTo>
                  <a:lnTo>
                    <a:pt x="22" y="0"/>
                  </a:lnTo>
                  <a:lnTo>
                    <a:pt x="28" y="13"/>
                  </a:lnTo>
                  <a:lnTo>
                    <a:pt x="33" y="0"/>
                  </a:lnTo>
                  <a:lnTo>
                    <a:pt x="37" y="0"/>
                  </a:lnTo>
                  <a:lnTo>
                    <a:pt x="37" y="17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20880" bIns="-2088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</p:grpSp>
      <p:sp>
        <p:nvSpPr>
          <p:cNvPr id="27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888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2" name="PlaceHolder 3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888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23" r:id="rId2"/>
  </p:sldLayoutIdLst>
</p:sldMaster>
</file>

<file path=ppt/slideMasters/slideMaster3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CustomShape 1" hidden="1"/>
          <p:cNvSpPr/>
          <p:nvPr/>
        </p:nvSpPr>
        <p:spPr>
          <a:xfrm>
            <a:off x="314280" y="4535640"/>
            <a:ext cx="270000" cy="32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00" rIns="0" tIns="0" bIns="0" anchor="b">
            <a:normAutofit/>
          </a:bodyPr>
          <a:p>
            <a:pPr>
              <a:lnSpc>
                <a:spcPct val="85000"/>
              </a:lnSpc>
              <a:spcAft>
                <a:spcPts val="1199"/>
              </a:spcAft>
            </a:pPr>
            <a:fld id="{57171BAE-6B91-4862-BDBB-E3276342EB76}" type="slidenum">
              <a:rPr b="0" lang="fr-FR" sz="800" spc="-1" strike="noStrike">
                <a:solidFill>
                  <a:srgbClr val="000000"/>
                </a:solidFill>
                <a:latin typeface="Helvetica 75 Bold"/>
                <a:ea typeface="DejaVu Sans"/>
              </a:rPr>
              <a:t>&lt;number&gt;</a:t>
            </a:fld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277" name="Group 4"/>
          <p:cNvGrpSpPr/>
          <p:nvPr/>
        </p:nvGrpSpPr>
        <p:grpSpPr>
          <a:xfrm>
            <a:off x="313560" y="4233960"/>
            <a:ext cx="607680" cy="607680"/>
            <a:chOff x="313560" y="4233960"/>
            <a:chExt cx="607680" cy="607680"/>
          </a:xfrm>
        </p:grpSpPr>
        <p:sp>
          <p:nvSpPr>
            <p:cNvPr id="278" name="CustomShape 5"/>
            <p:cNvSpPr/>
            <p:nvPr/>
          </p:nvSpPr>
          <p:spPr>
            <a:xfrm>
              <a:off x="313560" y="4233960"/>
              <a:ext cx="607680" cy="607680"/>
            </a:xfrm>
            <a:prstGeom prst="rect">
              <a:avLst/>
            </a:prstGeom>
            <a:solidFill>
              <a:srgbClr val="ff79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279" name="CustomShape 6"/>
            <p:cNvSpPr/>
            <p:nvPr/>
          </p:nvSpPr>
          <p:spPr>
            <a:xfrm>
              <a:off x="500760" y="4708440"/>
              <a:ext cx="69480" cy="82440"/>
            </a:xfrm>
            <a:custGeom>
              <a:avLst/>
              <a:gdLst>
                <a:gd name="textAreaLeft" fmla="*/ 0 w 69480"/>
                <a:gd name="textAreaRight" fmla="*/ 71640 w 69480"/>
                <a:gd name="textAreaTop" fmla="*/ 0 h 82440"/>
                <a:gd name="textAreaBottom" fmla="*/ 84600 h 82440"/>
              </a:gdLst>
              <a:ahLst/>
              <a:rect l="textAreaLeft" t="textAreaTop" r="textAreaRight" b="textAreaBottom"/>
              <a:pathLst>
                <a:path w="93" h="109">
                  <a:moveTo>
                    <a:pt x="66" y="99"/>
                  </a:moveTo>
                  <a:cubicBezTo>
                    <a:pt x="55" y="106"/>
                    <a:pt x="43" y="109"/>
                    <a:pt x="31" y="109"/>
                  </a:cubicBezTo>
                  <a:cubicBezTo>
                    <a:pt x="11" y="109"/>
                    <a:pt x="0" y="96"/>
                    <a:pt x="0" y="79"/>
                  </a:cubicBezTo>
                  <a:cubicBezTo>
                    <a:pt x="0" y="55"/>
                    <a:pt x="21" y="42"/>
                    <a:pt x="66" y="37"/>
                  </a:cubicBezTo>
                  <a:cubicBezTo>
                    <a:pt x="66" y="32"/>
                    <a:pt x="66" y="32"/>
                    <a:pt x="66" y="32"/>
                  </a:cubicBezTo>
                  <a:cubicBezTo>
                    <a:pt x="66" y="24"/>
                    <a:pt x="60" y="19"/>
                    <a:pt x="49" y="19"/>
                  </a:cubicBezTo>
                  <a:cubicBezTo>
                    <a:pt x="39" y="19"/>
                    <a:pt x="30" y="24"/>
                    <a:pt x="24" y="32"/>
                  </a:cubicBezTo>
                  <a:cubicBezTo>
                    <a:pt x="5" y="21"/>
                    <a:pt x="5" y="21"/>
                    <a:pt x="5" y="21"/>
                  </a:cubicBezTo>
                  <a:cubicBezTo>
                    <a:pt x="15" y="7"/>
                    <a:pt x="30" y="0"/>
                    <a:pt x="50" y="0"/>
                  </a:cubicBezTo>
                  <a:cubicBezTo>
                    <a:pt x="77" y="0"/>
                    <a:pt x="93" y="12"/>
                    <a:pt x="93" y="32"/>
                  </a:cubicBezTo>
                  <a:cubicBezTo>
                    <a:pt x="93" y="32"/>
                    <a:pt x="93" y="108"/>
                    <a:pt x="93" y="108"/>
                  </a:cubicBezTo>
                  <a:cubicBezTo>
                    <a:pt x="68" y="108"/>
                    <a:pt x="68" y="108"/>
                    <a:pt x="68" y="108"/>
                  </a:cubicBezTo>
                  <a:lnTo>
                    <a:pt x="66" y="99"/>
                  </a:lnTo>
                  <a:close/>
                  <a:moveTo>
                    <a:pt x="27" y="77"/>
                  </a:moveTo>
                  <a:cubicBezTo>
                    <a:pt x="27" y="84"/>
                    <a:pt x="31" y="90"/>
                    <a:pt x="39" y="90"/>
                  </a:cubicBezTo>
                  <a:cubicBezTo>
                    <a:pt x="48" y="90"/>
                    <a:pt x="57" y="87"/>
                    <a:pt x="65" y="79"/>
                  </a:cubicBezTo>
                  <a:cubicBezTo>
                    <a:pt x="65" y="54"/>
                    <a:pt x="65" y="54"/>
                    <a:pt x="65" y="54"/>
                  </a:cubicBezTo>
                  <a:cubicBezTo>
                    <a:pt x="39" y="57"/>
                    <a:pt x="27" y="64"/>
                    <a:pt x="27" y="77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600" bIns="396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80" name="CustomShape 7"/>
            <p:cNvSpPr/>
            <p:nvPr/>
          </p:nvSpPr>
          <p:spPr>
            <a:xfrm>
              <a:off x="592920" y="4708440"/>
              <a:ext cx="71280" cy="82440"/>
            </a:xfrm>
            <a:custGeom>
              <a:avLst/>
              <a:gdLst>
                <a:gd name="textAreaLeft" fmla="*/ 0 w 71280"/>
                <a:gd name="textAreaRight" fmla="*/ 73440 w 71280"/>
                <a:gd name="textAreaTop" fmla="*/ 0 h 82440"/>
                <a:gd name="textAreaBottom" fmla="*/ 84600 h 82440"/>
              </a:gdLst>
              <a:ahLst/>
              <a:rect l="textAreaLeft" t="textAreaTop" r="textAreaRight" b="textAreaBottom"/>
              <a:pathLst>
                <a:path w="94" h="108">
                  <a:moveTo>
                    <a:pt x="0" y="5"/>
                  </a:moveTo>
                  <a:cubicBezTo>
                    <a:pt x="23" y="2"/>
                    <a:pt x="23" y="2"/>
                    <a:pt x="23" y="2"/>
                  </a:cubicBezTo>
                  <a:cubicBezTo>
                    <a:pt x="25" y="15"/>
                    <a:pt x="25" y="15"/>
                    <a:pt x="25" y="15"/>
                  </a:cubicBezTo>
                  <a:cubicBezTo>
                    <a:pt x="38" y="5"/>
                    <a:pt x="48" y="0"/>
                    <a:pt x="61" y="0"/>
                  </a:cubicBezTo>
                  <a:cubicBezTo>
                    <a:pt x="83" y="0"/>
                    <a:pt x="94" y="12"/>
                    <a:pt x="94" y="34"/>
                  </a:cubicBezTo>
                  <a:cubicBezTo>
                    <a:pt x="94" y="108"/>
                    <a:pt x="94" y="108"/>
                    <a:pt x="94" y="108"/>
                  </a:cubicBezTo>
                  <a:cubicBezTo>
                    <a:pt x="66" y="108"/>
                    <a:pt x="66" y="108"/>
                    <a:pt x="66" y="108"/>
                  </a:cubicBezTo>
                  <a:cubicBezTo>
                    <a:pt x="66" y="39"/>
                    <a:pt x="66" y="39"/>
                    <a:pt x="66" y="39"/>
                  </a:cubicBezTo>
                  <a:cubicBezTo>
                    <a:pt x="66" y="26"/>
                    <a:pt x="63" y="21"/>
                    <a:pt x="53" y="21"/>
                  </a:cubicBezTo>
                  <a:cubicBezTo>
                    <a:pt x="45" y="21"/>
                    <a:pt x="36" y="24"/>
                    <a:pt x="27" y="32"/>
                  </a:cubicBezTo>
                  <a:cubicBezTo>
                    <a:pt x="27" y="108"/>
                    <a:pt x="27" y="108"/>
                    <a:pt x="27" y="108"/>
                  </a:cubicBezTo>
                  <a:cubicBezTo>
                    <a:pt x="0" y="108"/>
                    <a:pt x="0" y="108"/>
                    <a:pt x="0" y="108"/>
                  </a:cubicBezTo>
                  <a:lnTo>
                    <a:pt x="0" y="5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600" bIns="396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81" name="CustomShape 8"/>
            <p:cNvSpPr/>
            <p:nvPr/>
          </p:nvSpPr>
          <p:spPr>
            <a:xfrm>
              <a:off x="778680" y="4708440"/>
              <a:ext cx="74160" cy="83880"/>
            </a:xfrm>
            <a:custGeom>
              <a:avLst/>
              <a:gdLst>
                <a:gd name="textAreaLeft" fmla="*/ 0 w 74160"/>
                <a:gd name="textAreaRight" fmla="*/ 76320 w 74160"/>
                <a:gd name="textAreaTop" fmla="*/ 0 h 83880"/>
                <a:gd name="textAreaBottom" fmla="*/ 86040 h 83880"/>
              </a:gdLst>
              <a:ahLst/>
              <a:rect l="textAreaLeft" t="textAreaTop" r="textAreaRight" b="textAreaBottom"/>
              <a:pathLst>
                <a:path w="98" h="110">
                  <a:moveTo>
                    <a:pt x="50" y="110"/>
                  </a:moveTo>
                  <a:cubicBezTo>
                    <a:pt x="19" y="110"/>
                    <a:pt x="0" y="90"/>
                    <a:pt x="0" y="55"/>
                  </a:cubicBezTo>
                  <a:cubicBezTo>
                    <a:pt x="0" y="20"/>
                    <a:pt x="19" y="0"/>
                    <a:pt x="49" y="0"/>
                  </a:cubicBezTo>
                  <a:cubicBezTo>
                    <a:pt x="80" y="0"/>
                    <a:pt x="98" y="20"/>
                    <a:pt x="98" y="54"/>
                  </a:cubicBezTo>
                  <a:cubicBezTo>
                    <a:pt x="98" y="56"/>
                    <a:pt x="97" y="57"/>
                    <a:pt x="97" y="59"/>
                  </a:cubicBezTo>
                  <a:cubicBezTo>
                    <a:pt x="27" y="59"/>
                    <a:pt x="27" y="59"/>
                    <a:pt x="27" y="59"/>
                  </a:cubicBezTo>
                  <a:cubicBezTo>
                    <a:pt x="28" y="79"/>
                    <a:pt x="36" y="89"/>
                    <a:pt x="52" y="89"/>
                  </a:cubicBezTo>
                  <a:cubicBezTo>
                    <a:pt x="63" y="89"/>
                    <a:pt x="70" y="85"/>
                    <a:pt x="76" y="76"/>
                  </a:cubicBezTo>
                  <a:cubicBezTo>
                    <a:pt x="96" y="87"/>
                    <a:pt x="96" y="87"/>
                    <a:pt x="96" y="87"/>
                  </a:cubicBezTo>
                  <a:cubicBezTo>
                    <a:pt x="87" y="102"/>
                    <a:pt x="71" y="110"/>
                    <a:pt x="50" y="110"/>
                  </a:cubicBezTo>
                  <a:close/>
                  <a:moveTo>
                    <a:pt x="70" y="41"/>
                  </a:moveTo>
                  <a:cubicBezTo>
                    <a:pt x="70" y="27"/>
                    <a:pt x="62" y="19"/>
                    <a:pt x="49" y="19"/>
                  </a:cubicBezTo>
                  <a:cubicBezTo>
                    <a:pt x="37" y="19"/>
                    <a:pt x="29" y="27"/>
                    <a:pt x="28" y="41"/>
                  </a:cubicBezTo>
                  <a:lnTo>
                    <a:pt x="70" y="41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1040" bIns="4104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82" name="CustomShape 9"/>
            <p:cNvSpPr/>
            <p:nvPr/>
          </p:nvSpPr>
          <p:spPr>
            <a:xfrm>
              <a:off x="347040" y="4708440"/>
              <a:ext cx="79200" cy="83880"/>
            </a:xfrm>
            <a:custGeom>
              <a:avLst/>
              <a:gdLst>
                <a:gd name="textAreaLeft" fmla="*/ 0 w 79200"/>
                <a:gd name="textAreaRight" fmla="*/ 81360 w 79200"/>
                <a:gd name="textAreaTop" fmla="*/ 0 h 83880"/>
                <a:gd name="textAreaBottom" fmla="*/ 86040 h 83880"/>
              </a:gdLst>
              <a:ahLst/>
              <a:rect l="textAreaLeft" t="textAreaTop" r="textAreaRight" b="textAreaBottom"/>
              <a:pathLst>
                <a:path w="104" h="111">
                  <a:moveTo>
                    <a:pt x="52" y="111"/>
                  </a:moveTo>
                  <a:cubicBezTo>
                    <a:pt x="25" y="111"/>
                    <a:pt x="0" y="93"/>
                    <a:pt x="0" y="55"/>
                  </a:cubicBezTo>
                  <a:cubicBezTo>
                    <a:pt x="0" y="17"/>
                    <a:pt x="25" y="0"/>
                    <a:pt x="52" y="0"/>
                  </a:cubicBezTo>
                  <a:cubicBezTo>
                    <a:pt x="79" y="0"/>
                    <a:pt x="104" y="17"/>
                    <a:pt x="104" y="55"/>
                  </a:cubicBezTo>
                  <a:cubicBezTo>
                    <a:pt x="104" y="93"/>
                    <a:pt x="79" y="111"/>
                    <a:pt x="52" y="111"/>
                  </a:cubicBezTo>
                  <a:close/>
                  <a:moveTo>
                    <a:pt x="52" y="23"/>
                  </a:moveTo>
                  <a:cubicBezTo>
                    <a:pt x="31" y="23"/>
                    <a:pt x="28" y="42"/>
                    <a:pt x="28" y="55"/>
                  </a:cubicBezTo>
                  <a:cubicBezTo>
                    <a:pt x="28" y="69"/>
                    <a:pt x="31" y="87"/>
                    <a:pt x="52" y="87"/>
                  </a:cubicBezTo>
                  <a:cubicBezTo>
                    <a:pt x="73" y="87"/>
                    <a:pt x="77" y="69"/>
                    <a:pt x="77" y="55"/>
                  </a:cubicBezTo>
                  <a:cubicBezTo>
                    <a:pt x="77" y="42"/>
                    <a:pt x="73" y="23"/>
                    <a:pt x="52" y="23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1040" bIns="4104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83" name="CustomShape 10"/>
            <p:cNvSpPr/>
            <p:nvPr/>
          </p:nvSpPr>
          <p:spPr>
            <a:xfrm>
              <a:off x="446760" y="4708440"/>
              <a:ext cx="42480" cy="82440"/>
            </a:xfrm>
            <a:custGeom>
              <a:avLst/>
              <a:gdLst>
                <a:gd name="textAreaLeft" fmla="*/ 0 w 42480"/>
                <a:gd name="textAreaRight" fmla="*/ 44640 w 42480"/>
                <a:gd name="textAreaTop" fmla="*/ 0 h 82440"/>
                <a:gd name="textAreaBottom" fmla="*/ 84600 h 82440"/>
              </a:gdLst>
              <a:ahLst/>
              <a:rect l="textAreaLeft" t="textAreaTop" r="textAreaRight" b="textAreaBottom"/>
              <a:pathLst>
                <a:path w="59" h="108">
                  <a:moveTo>
                    <a:pt x="0" y="3"/>
                  </a:moveTo>
                  <a:cubicBezTo>
                    <a:pt x="26" y="3"/>
                    <a:pt x="26" y="3"/>
                    <a:pt x="26" y="3"/>
                  </a:cubicBezTo>
                  <a:cubicBezTo>
                    <a:pt x="26" y="15"/>
                    <a:pt x="26" y="15"/>
                    <a:pt x="26" y="15"/>
                  </a:cubicBezTo>
                  <a:cubicBezTo>
                    <a:pt x="31" y="8"/>
                    <a:pt x="44" y="0"/>
                    <a:pt x="55" y="0"/>
                  </a:cubicBezTo>
                  <a:cubicBezTo>
                    <a:pt x="57" y="0"/>
                    <a:pt x="58" y="0"/>
                    <a:pt x="59" y="1"/>
                  </a:cubicBezTo>
                  <a:cubicBezTo>
                    <a:pt x="59" y="27"/>
                    <a:pt x="59" y="27"/>
                    <a:pt x="59" y="27"/>
                  </a:cubicBezTo>
                  <a:cubicBezTo>
                    <a:pt x="59" y="27"/>
                    <a:pt x="58" y="27"/>
                    <a:pt x="58" y="27"/>
                  </a:cubicBezTo>
                  <a:cubicBezTo>
                    <a:pt x="46" y="27"/>
                    <a:pt x="32" y="28"/>
                    <a:pt x="28" y="38"/>
                  </a:cubicBezTo>
                  <a:cubicBezTo>
                    <a:pt x="28" y="108"/>
                    <a:pt x="28" y="108"/>
                    <a:pt x="28" y="108"/>
                  </a:cubicBezTo>
                  <a:cubicBezTo>
                    <a:pt x="0" y="108"/>
                    <a:pt x="0" y="108"/>
                    <a:pt x="0" y="108"/>
                  </a:cubicBezTo>
                  <a:lnTo>
                    <a:pt x="0" y="3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600" bIns="396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84" name="CustomShape 11"/>
            <p:cNvSpPr/>
            <p:nvPr/>
          </p:nvSpPr>
          <p:spPr>
            <a:xfrm>
              <a:off x="685080" y="4708440"/>
              <a:ext cx="74160" cy="115560"/>
            </a:xfrm>
            <a:custGeom>
              <a:avLst/>
              <a:gdLst>
                <a:gd name="textAreaLeft" fmla="*/ 0 w 74160"/>
                <a:gd name="textAreaRight" fmla="*/ 76320 w 74160"/>
                <a:gd name="textAreaTop" fmla="*/ 0 h 115560"/>
                <a:gd name="textAreaBottom" fmla="*/ 117720 h 115560"/>
              </a:gdLst>
              <a:ahLst/>
              <a:rect l="textAreaLeft" t="textAreaTop" r="textAreaRight" b="textAreaBottom"/>
              <a:pathLst>
                <a:path w="98" h="149">
                  <a:moveTo>
                    <a:pt x="49" y="85"/>
                  </a:moveTo>
                  <a:cubicBezTo>
                    <a:pt x="70" y="85"/>
                    <a:pt x="72" y="64"/>
                    <a:pt x="72" y="50"/>
                  </a:cubicBezTo>
                  <a:cubicBezTo>
                    <a:pt x="72" y="33"/>
                    <a:pt x="64" y="20"/>
                    <a:pt x="49" y="20"/>
                  </a:cubicBezTo>
                  <a:cubicBezTo>
                    <a:pt x="39" y="20"/>
                    <a:pt x="28" y="27"/>
                    <a:pt x="28" y="51"/>
                  </a:cubicBezTo>
                  <a:cubicBezTo>
                    <a:pt x="28" y="64"/>
                    <a:pt x="29" y="85"/>
                    <a:pt x="49" y="85"/>
                  </a:cubicBezTo>
                  <a:close/>
                  <a:moveTo>
                    <a:pt x="98" y="2"/>
                  </a:moveTo>
                  <a:cubicBezTo>
                    <a:pt x="98" y="102"/>
                    <a:pt x="98" y="102"/>
                    <a:pt x="98" y="102"/>
                  </a:cubicBezTo>
                  <a:cubicBezTo>
                    <a:pt x="98" y="119"/>
                    <a:pt x="97" y="148"/>
                    <a:pt x="47" y="149"/>
                  </a:cubicBezTo>
                  <a:cubicBezTo>
                    <a:pt x="26" y="149"/>
                    <a:pt x="7" y="141"/>
                    <a:pt x="3" y="123"/>
                  </a:cubicBezTo>
                  <a:cubicBezTo>
                    <a:pt x="30" y="118"/>
                    <a:pt x="30" y="118"/>
                    <a:pt x="30" y="118"/>
                  </a:cubicBezTo>
                  <a:cubicBezTo>
                    <a:pt x="32" y="123"/>
                    <a:pt x="35" y="128"/>
                    <a:pt x="50" y="128"/>
                  </a:cubicBezTo>
                  <a:cubicBezTo>
                    <a:pt x="65" y="128"/>
                    <a:pt x="72" y="122"/>
                    <a:pt x="72" y="105"/>
                  </a:cubicBezTo>
                  <a:cubicBezTo>
                    <a:pt x="72" y="93"/>
                    <a:pt x="72" y="93"/>
                    <a:pt x="72" y="93"/>
                  </a:cubicBezTo>
                  <a:cubicBezTo>
                    <a:pt x="71" y="92"/>
                    <a:pt x="71" y="92"/>
                    <a:pt x="71" y="92"/>
                  </a:cubicBezTo>
                  <a:cubicBezTo>
                    <a:pt x="67" y="100"/>
                    <a:pt x="60" y="108"/>
                    <a:pt x="44" y="108"/>
                  </a:cubicBezTo>
                  <a:cubicBezTo>
                    <a:pt x="19" y="108"/>
                    <a:pt x="0" y="91"/>
                    <a:pt x="0" y="55"/>
                  </a:cubicBezTo>
                  <a:cubicBezTo>
                    <a:pt x="0" y="20"/>
                    <a:pt x="20" y="0"/>
                    <a:pt x="42" y="0"/>
                  </a:cubicBezTo>
                  <a:cubicBezTo>
                    <a:pt x="63" y="0"/>
                    <a:pt x="71" y="10"/>
                    <a:pt x="73" y="15"/>
                  </a:cubicBezTo>
                  <a:cubicBezTo>
                    <a:pt x="73" y="15"/>
                    <a:pt x="73" y="15"/>
                    <a:pt x="73" y="15"/>
                  </a:cubicBezTo>
                  <a:cubicBezTo>
                    <a:pt x="75" y="2"/>
                    <a:pt x="75" y="2"/>
                    <a:pt x="75" y="2"/>
                  </a:cubicBezTo>
                  <a:lnTo>
                    <a:pt x="98" y="2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85" name="CustomShape 12"/>
            <p:cNvSpPr/>
            <p:nvPr/>
          </p:nvSpPr>
          <p:spPr>
            <a:xfrm>
              <a:off x="843840" y="4678200"/>
              <a:ext cx="53640" cy="21960"/>
            </a:xfrm>
            <a:custGeom>
              <a:avLst/>
              <a:gdLst>
                <a:gd name="textAreaLeft" fmla="*/ 0 w 53640"/>
                <a:gd name="textAreaRight" fmla="*/ 55800 w 53640"/>
                <a:gd name="textAreaTop" fmla="*/ 0 h 21960"/>
                <a:gd name="textAreaBottom" fmla="*/ 24120 h 21960"/>
              </a:gdLst>
              <a:ahLst/>
              <a:rect l="textAreaLeft" t="textAreaTop" r="textAreaRight" b="textAreaBottom"/>
              <a:pathLst>
                <a:path w="37" h="17">
                  <a:moveTo>
                    <a:pt x="14" y="2"/>
                  </a:moveTo>
                  <a:lnTo>
                    <a:pt x="9" y="2"/>
                  </a:lnTo>
                  <a:lnTo>
                    <a:pt x="9" y="17"/>
                  </a:lnTo>
                  <a:lnTo>
                    <a:pt x="6" y="17"/>
                  </a:lnTo>
                  <a:lnTo>
                    <a:pt x="6" y="2"/>
                  </a:lnTo>
                  <a:lnTo>
                    <a:pt x="0" y="2"/>
                  </a:lnTo>
                  <a:lnTo>
                    <a:pt x="0" y="0"/>
                  </a:lnTo>
                  <a:lnTo>
                    <a:pt x="14" y="0"/>
                  </a:lnTo>
                  <a:lnTo>
                    <a:pt x="14" y="2"/>
                  </a:lnTo>
                  <a:close/>
                  <a:moveTo>
                    <a:pt x="37" y="17"/>
                  </a:moveTo>
                  <a:lnTo>
                    <a:pt x="34" y="17"/>
                  </a:lnTo>
                  <a:lnTo>
                    <a:pt x="34" y="2"/>
                  </a:lnTo>
                  <a:lnTo>
                    <a:pt x="34" y="2"/>
                  </a:lnTo>
                  <a:lnTo>
                    <a:pt x="29" y="17"/>
                  </a:lnTo>
                  <a:lnTo>
                    <a:pt x="27" y="17"/>
                  </a:lnTo>
                  <a:lnTo>
                    <a:pt x="21" y="2"/>
                  </a:lnTo>
                  <a:lnTo>
                    <a:pt x="20" y="2"/>
                  </a:lnTo>
                  <a:lnTo>
                    <a:pt x="20" y="17"/>
                  </a:lnTo>
                  <a:lnTo>
                    <a:pt x="18" y="17"/>
                  </a:lnTo>
                  <a:lnTo>
                    <a:pt x="18" y="0"/>
                  </a:lnTo>
                  <a:lnTo>
                    <a:pt x="22" y="0"/>
                  </a:lnTo>
                  <a:lnTo>
                    <a:pt x="28" y="13"/>
                  </a:lnTo>
                  <a:lnTo>
                    <a:pt x="33" y="0"/>
                  </a:lnTo>
                  <a:lnTo>
                    <a:pt x="37" y="0"/>
                  </a:lnTo>
                  <a:lnTo>
                    <a:pt x="37" y="17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20880" bIns="-2088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</p:grpSp>
      <p:sp>
        <p:nvSpPr>
          <p:cNvPr id="28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7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3333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8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3333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9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3333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0" name="PlaceHolder 5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3333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25" r:id="rId2"/>
  </p:sldLayoutIdLst>
</p:sldMaster>
</file>

<file path=ppt/slideMasters/slideMaster4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CustomShape 1" hidden="1"/>
          <p:cNvSpPr/>
          <p:nvPr/>
        </p:nvSpPr>
        <p:spPr>
          <a:xfrm>
            <a:off x="314280" y="4535640"/>
            <a:ext cx="270000" cy="32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00" rIns="0" tIns="0" bIns="0" anchor="b">
            <a:normAutofit/>
          </a:bodyPr>
          <a:p>
            <a:pPr>
              <a:lnSpc>
                <a:spcPct val="85000"/>
              </a:lnSpc>
              <a:spcAft>
                <a:spcPts val="1199"/>
              </a:spcAft>
            </a:pPr>
            <a:fld id="{30B8C859-0583-46BB-A511-9433DE50C989}" type="slidenum">
              <a:rPr b="0" lang="fr-FR" sz="800" spc="-1" strike="noStrike">
                <a:solidFill>
                  <a:srgbClr val="000000"/>
                </a:solidFill>
                <a:latin typeface="Helvetica 75 Bold"/>
                <a:ea typeface="DejaVu Sans"/>
              </a:rPr>
              <a:t>&lt;number&gt;</a:t>
            </a:fld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297" name="Group 4"/>
          <p:cNvGrpSpPr/>
          <p:nvPr/>
        </p:nvGrpSpPr>
        <p:grpSpPr>
          <a:xfrm>
            <a:off x="313560" y="4233960"/>
            <a:ext cx="607680" cy="607680"/>
            <a:chOff x="313560" y="4233960"/>
            <a:chExt cx="607680" cy="607680"/>
          </a:xfrm>
        </p:grpSpPr>
        <p:sp>
          <p:nvSpPr>
            <p:cNvPr id="298" name="CustomShape 5"/>
            <p:cNvSpPr/>
            <p:nvPr/>
          </p:nvSpPr>
          <p:spPr>
            <a:xfrm>
              <a:off x="313560" y="4233960"/>
              <a:ext cx="607680" cy="607680"/>
            </a:xfrm>
            <a:prstGeom prst="rect">
              <a:avLst/>
            </a:prstGeom>
            <a:solidFill>
              <a:srgbClr val="ff79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299" name="CustomShape 6"/>
            <p:cNvSpPr/>
            <p:nvPr/>
          </p:nvSpPr>
          <p:spPr>
            <a:xfrm>
              <a:off x="500760" y="4708440"/>
              <a:ext cx="69480" cy="82440"/>
            </a:xfrm>
            <a:custGeom>
              <a:avLst/>
              <a:gdLst>
                <a:gd name="textAreaLeft" fmla="*/ 0 w 69480"/>
                <a:gd name="textAreaRight" fmla="*/ 71640 w 69480"/>
                <a:gd name="textAreaTop" fmla="*/ 0 h 82440"/>
                <a:gd name="textAreaBottom" fmla="*/ 84600 h 82440"/>
              </a:gdLst>
              <a:ahLst/>
              <a:rect l="textAreaLeft" t="textAreaTop" r="textAreaRight" b="textAreaBottom"/>
              <a:pathLst>
                <a:path w="93" h="109">
                  <a:moveTo>
                    <a:pt x="66" y="99"/>
                  </a:moveTo>
                  <a:cubicBezTo>
                    <a:pt x="55" y="106"/>
                    <a:pt x="43" y="109"/>
                    <a:pt x="31" y="109"/>
                  </a:cubicBezTo>
                  <a:cubicBezTo>
                    <a:pt x="11" y="109"/>
                    <a:pt x="0" y="96"/>
                    <a:pt x="0" y="79"/>
                  </a:cubicBezTo>
                  <a:cubicBezTo>
                    <a:pt x="0" y="55"/>
                    <a:pt x="21" y="42"/>
                    <a:pt x="66" y="37"/>
                  </a:cubicBezTo>
                  <a:cubicBezTo>
                    <a:pt x="66" y="32"/>
                    <a:pt x="66" y="32"/>
                    <a:pt x="66" y="32"/>
                  </a:cubicBezTo>
                  <a:cubicBezTo>
                    <a:pt x="66" y="24"/>
                    <a:pt x="60" y="19"/>
                    <a:pt x="49" y="19"/>
                  </a:cubicBezTo>
                  <a:cubicBezTo>
                    <a:pt x="39" y="19"/>
                    <a:pt x="30" y="24"/>
                    <a:pt x="24" y="32"/>
                  </a:cubicBezTo>
                  <a:cubicBezTo>
                    <a:pt x="5" y="21"/>
                    <a:pt x="5" y="21"/>
                    <a:pt x="5" y="21"/>
                  </a:cubicBezTo>
                  <a:cubicBezTo>
                    <a:pt x="15" y="7"/>
                    <a:pt x="30" y="0"/>
                    <a:pt x="50" y="0"/>
                  </a:cubicBezTo>
                  <a:cubicBezTo>
                    <a:pt x="77" y="0"/>
                    <a:pt x="93" y="12"/>
                    <a:pt x="93" y="32"/>
                  </a:cubicBezTo>
                  <a:cubicBezTo>
                    <a:pt x="93" y="32"/>
                    <a:pt x="93" y="108"/>
                    <a:pt x="93" y="108"/>
                  </a:cubicBezTo>
                  <a:cubicBezTo>
                    <a:pt x="68" y="108"/>
                    <a:pt x="68" y="108"/>
                    <a:pt x="68" y="108"/>
                  </a:cubicBezTo>
                  <a:lnTo>
                    <a:pt x="66" y="99"/>
                  </a:lnTo>
                  <a:close/>
                  <a:moveTo>
                    <a:pt x="27" y="77"/>
                  </a:moveTo>
                  <a:cubicBezTo>
                    <a:pt x="27" y="84"/>
                    <a:pt x="31" y="90"/>
                    <a:pt x="39" y="90"/>
                  </a:cubicBezTo>
                  <a:cubicBezTo>
                    <a:pt x="48" y="90"/>
                    <a:pt x="57" y="87"/>
                    <a:pt x="65" y="79"/>
                  </a:cubicBezTo>
                  <a:cubicBezTo>
                    <a:pt x="65" y="54"/>
                    <a:pt x="65" y="54"/>
                    <a:pt x="65" y="54"/>
                  </a:cubicBezTo>
                  <a:cubicBezTo>
                    <a:pt x="39" y="57"/>
                    <a:pt x="27" y="64"/>
                    <a:pt x="27" y="77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600" bIns="396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300" name="CustomShape 7"/>
            <p:cNvSpPr/>
            <p:nvPr/>
          </p:nvSpPr>
          <p:spPr>
            <a:xfrm>
              <a:off x="592920" y="4708440"/>
              <a:ext cx="71280" cy="82440"/>
            </a:xfrm>
            <a:custGeom>
              <a:avLst/>
              <a:gdLst>
                <a:gd name="textAreaLeft" fmla="*/ 0 w 71280"/>
                <a:gd name="textAreaRight" fmla="*/ 73440 w 71280"/>
                <a:gd name="textAreaTop" fmla="*/ 0 h 82440"/>
                <a:gd name="textAreaBottom" fmla="*/ 84600 h 82440"/>
              </a:gdLst>
              <a:ahLst/>
              <a:rect l="textAreaLeft" t="textAreaTop" r="textAreaRight" b="textAreaBottom"/>
              <a:pathLst>
                <a:path w="94" h="108">
                  <a:moveTo>
                    <a:pt x="0" y="5"/>
                  </a:moveTo>
                  <a:cubicBezTo>
                    <a:pt x="23" y="2"/>
                    <a:pt x="23" y="2"/>
                    <a:pt x="23" y="2"/>
                  </a:cubicBezTo>
                  <a:cubicBezTo>
                    <a:pt x="25" y="15"/>
                    <a:pt x="25" y="15"/>
                    <a:pt x="25" y="15"/>
                  </a:cubicBezTo>
                  <a:cubicBezTo>
                    <a:pt x="38" y="5"/>
                    <a:pt x="48" y="0"/>
                    <a:pt x="61" y="0"/>
                  </a:cubicBezTo>
                  <a:cubicBezTo>
                    <a:pt x="83" y="0"/>
                    <a:pt x="94" y="12"/>
                    <a:pt x="94" y="34"/>
                  </a:cubicBezTo>
                  <a:cubicBezTo>
                    <a:pt x="94" y="108"/>
                    <a:pt x="94" y="108"/>
                    <a:pt x="94" y="108"/>
                  </a:cubicBezTo>
                  <a:cubicBezTo>
                    <a:pt x="66" y="108"/>
                    <a:pt x="66" y="108"/>
                    <a:pt x="66" y="108"/>
                  </a:cubicBezTo>
                  <a:cubicBezTo>
                    <a:pt x="66" y="39"/>
                    <a:pt x="66" y="39"/>
                    <a:pt x="66" y="39"/>
                  </a:cubicBezTo>
                  <a:cubicBezTo>
                    <a:pt x="66" y="26"/>
                    <a:pt x="63" y="21"/>
                    <a:pt x="53" y="21"/>
                  </a:cubicBezTo>
                  <a:cubicBezTo>
                    <a:pt x="45" y="21"/>
                    <a:pt x="36" y="24"/>
                    <a:pt x="27" y="32"/>
                  </a:cubicBezTo>
                  <a:cubicBezTo>
                    <a:pt x="27" y="108"/>
                    <a:pt x="27" y="108"/>
                    <a:pt x="27" y="108"/>
                  </a:cubicBezTo>
                  <a:cubicBezTo>
                    <a:pt x="0" y="108"/>
                    <a:pt x="0" y="108"/>
                    <a:pt x="0" y="108"/>
                  </a:cubicBezTo>
                  <a:lnTo>
                    <a:pt x="0" y="5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600" bIns="396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301" name="CustomShape 8"/>
            <p:cNvSpPr/>
            <p:nvPr/>
          </p:nvSpPr>
          <p:spPr>
            <a:xfrm>
              <a:off x="778680" y="4708440"/>
              <a:ext cx="74160" cy="83880"/>
            </a:xfrm>
            <a:custGeom>
              <a:avLst/>
              <a:gdLst>
                <a:gd name="textAreaLeft" fmla="*/ 0 w 74160"/>
                <a:gd name="textAreaRight" fmla="*/ 76320 w 74160"/>
                <a:gd name="textAreaTop" fmla="*/ 0 h 83880"/>
                <a:gd name="textAreaBottom" fmla="*/ 86040 h 83880"/>
              </a:gdLst>
              <a:ahLst/>
              <a:rect l="textAreaLeft" t="textAreaTop" r="textAreaRight" b="textAreaBottom"/>
              <a:pathLst>
                <a:path w="98" h="110">
                  <a:moveTo>
                    <a:pt x="50" y="110"/>
                  </a:moveTo>
                  <a:cubicBezTo>
                    <a:pt x="19" y="110"/>
                    <a:pt x="0" y="90"/>
                    <a:pt x="0" y="55"/>
                  </a:cubicBezTo>
                  <a:cubicBezTo>
                    <a:pt x="0" y="20"/>
                    <a:pt x="19" y="0"/>
                    <a:pt x="49" y="0"/>
                  </a:cubicBezTo>
                  <a:cubicBezTo>
                    <a:pt x="80" y="0"/>
                    <a:pt x="98" y="20"/>
                    <a:pt x="98" y="54"/>
                  </a:cubicBezTo>
                  <a:cubicBezTo>
                    <a:pt x="98" y="56"/>
                    <a:pt x="97" y="57"/>
                    <a:pt x="97" y="59"/>
                  </a:cubicBezTo>
                  <a:cubicBezTo>
                    <a:pt x="27" y="59"/>
                    <a:pt x="27" y="59"/>
                    <a:pt x="27" y="59"/>
                  </a:cubicBezTo>
                  <a:cubicBezTo>
                    <a:pt x="28" y="79"/>
                    <a:pt x="36" y="89"/>
                    <a:pt x="52" y="89"/>
                  </a:cubicBezTo>
                  <a:cubicBezTo>
                    <a:pt x="63" y="89"/>
                    <a:pt x="70" y="85"/>
                    <a:pt x="76" y="76"/>
                  </a:cubicBezTo>
                  <a:cubicBezTo>
                    <a:pt x="96" y="87"/>
                    <a:pt x="96" y="87"/>
                    <a:pt x="96" y="87"/>
                  </a:cubicBezTo>
                  <a:cubicBezTo>
                    <a:pt x="87" y="102"/>
                    <a:pt x="71" y="110"/>
                    <a:pt x="50" y="110"/>
                  </a:cubicBezTo>
                  <a:close/>
                  <a:moveTo>
                    <a:pt x="70" y="41"/>
                  </a:moveTo>
                  <a:cubicBezTo>
                    <a:pt x="70" y="27"/>
                    <a:pt x="62" y="19"/>
                    <a:pt x="49" y="19"/>
                  </a:cubicBezTo>
                  <a:cubicBezTo>
                    <a:pt x="37" y="19"/>
                    <a:pt x="29" y="27"/>
                    <a:pt x="28" y="41"/>
                  </a:cubicBezTo>
                  <a:lnTo>
                    <a:pt x="70" y="41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1040" bIns="4104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302" name="CustomShape 9"/>
            <p:cNvSpPr/>
            <p:nvPr/>
          </p:nvSpPr>
          <p:spPr>
            <a:xfrm>
              <a:off x="347040" y="4708440"/>
              <a:ext cx="79200" cy="83880"/>
            </a:xfrm>
            <a:custGeom>
              <a:avLst/>
              <a:gdLst>
                <a:gd name="textAreaLeft" fmla="*/ 0 w 79200"/>
                <a:gd name="textAreaRight" fmla="*/ 81360 w 79200"/>
                <a:gd name="textAreaTop" fmla="*/ 0 h 83880"/>
                <a:gd name="textAreaBottom" fmla="*/ 86040 h 83880"/>
              </a:gdLst>
              <a:ahLst/>
              <a:rect l="textAreaLeft" t="textAreaTop" r="textAreaRight" b="textAreaBottom"/>
              <a:pathLst>
                <a:path w="104" h="111">
                  <a:moveTo>
                    <a:pt x="52" y="111"/>
                  </a:moveTo>
                  <a:cubicBezTo>
                    <a:pt x="25" y="111"/>
                    <a:pt x="0" y="93"/>
                    <a:pt x="0" y="55"/>
                  </a:cubicBezTo>
                  <a:cubicBezTo>
                    <a:pt x="0" y="17"/>
                    <a:pt x="25" y="0"/>
                    <a:pt x="52" y="0"/>
                  </a:cubicBezTo>
                  <a:cubicBezTo>
                    <a:pt x="79" y="0"/>
                    <a:pt x="104" y="17"/>
                    <a:pt x="104" y="55"/>
                  </a:cubicBezTo>
                  <a:cubicBezTo>
                    <a:pt x="104" y="93"/>
                    <a:pt x="79" y="111"/>
                    <a:pt x="52" y="111"/>
                  </a:cubicBezTo>
                  <a:close/>
                  <a:moveTo>
                    <a:pt x="52" y="23"/>
                  </a:moveTo>
                  <a:cubicBezTo>
                    <a:pt x="31" y="23"/>
                    <a:pt x="28" y="42"/>
                    <a:pt x="28" y="55"/>
                  </a:cubicBezTo>
                  <a:cubicBezTo>
                    <a:pt x="28" y="69"/>
                    <a:pt x="31" y="87"/>
                    <a:pt x="52" y="87"/>
                  </a:cubicBezTo>
                  <a:cubicBezTo>
                    <a:pt x="73" y="87"/>
                    <a:pt x="77" y="69"/>
                    <a:pt x="77" y="55"/>
                  </a:cubicBezTo>
                  <a:cubicBezTo>
                    <a:pt x="77" y="42"/>
                    <a:pt x="73" y="23"/>
                    <a:pt x="52" y="23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1040" bIns="4104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303" name="CustomShape 10"/>
            <p:cNvSpPr/>
            <p:nvPr/>
          </p:nvSpPr>
          <p:spPr>
            <a:xfrm>
              <a:off x="446760" y="4708440"/>
              <a:ext cx="42480" cy="82440"/>
            </a:xfrm>
            <a:custGeom>
              <a:avLst/>
              <a:gdLst>
                <a:gd name="textAreaLeft" fmla="*/ 0 w 42480"/>
                <a:gd name="textAreaRight" fmla="*/ 44640 w 42480"/>
                <a:gd name="textAreaTop" fmla="*/ 0 h 82440"/>
                <a:gd name="textAreaBottom" fmla="*/ 84600 h 82440"/>
              </a:gdLst>
              <a:ahLst/>
              <a:rect l="textAreaLeft" t="textAreaTop" r="textAreaRight" b="textAreaBottom"/>
              <a:pathLst>
                <a:path w="59" h="108">
                  <a:moveTo>
                    <a:pt x="0" y="3"/>
                  </a:moveTo>
                  <a:cubicBezTo>
                    <a:pt x="26" y="3"/>
                    <a:pt x="26" y="3"/>
                    <a:pt x="26" y="3"/>
                  </a:cubicBezTo>
                  <a:cubicBezTo>
                    <a:pt x="26" y="15"/>
                    <a:pt x="26" y="15"/>
                    <a:pt x="26" y="15"/>
                  </a:cubicBezTo>
                  <a:cubicBezTo>
                    <a:pt x="31" y="8"/>
                    <a:pt x="44" y="0"/>
                    <a:pt x="55" y="0"/>
                  </a:cubicBezTo>
                  <a:cubicBezTo>
                    <a:pt x="57" y="0"/>
                    <a:pt x="58" y="0"/>
                    <a:pt x="59" y="1"/>
                  </a:cubicBezTo>
                  <a:cubicBezTo>
                    <a:pt x="59" y="27"/>
                    <a:pt x="59" y="27"/>
                    <a:pt x="59" y="27"/>
                  </a:cubicBezTo>
                  <a:cubicBezTo>
                    <a:pt x="59" y="27"/>
                    <a:pt x="58" y="27"/>
                    <a:pt x="58" y="27"/>
                  </a:cubicBezTo>
                  <a:cubicBezTo>
                    <a:pt x="46" y="27"/>
                    <a:pt x="32" y="28"/>
                    <a:pt x="28" y="38"/>
                  </a:cubicBezTo>
                  <a:cubicBezTo>
                    <a:pt x="28" y="108"/>
                    <a:pt x="28" y="108"/>
                    <a:pt x="28" y="108"/>
                  </a:cubicBezTo>
                  <a:cubicBezTo>
                    <a:pt x="0" y="108"/>
                    <a:pt x="0" y="108"/>
                    <a:pt x="0" y="108"/>
                  </a:cubicBezTo>
                  <a:lnTo>
                    <a:pt x="0" y="3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600" bIns="396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304" name="CustomShape 11"/>
            <p:cNvSpPr/>
            <p:nvPr/>
          </p:nvSpPr>
          <p:spPr>
            <a:xfrm>
              <a:off x="685080" y="4708440"/>
              <a:ext cx="74160" cy="115560"/>
            </a:xfrm>
            <a:custGeom>
              <a:avLst/>
              <a:gdLst>
                <a:gd name="textAreaLeft" fmla="*/ 0 w 74160"/>
                <a:gd name="textAreaRight" fmla="*/ 76320 w 74160"/>
                <a:gd name="textAreaTop" fmla="*/ 0 h 115560"/>
                <a:gd name="textAreaBottom" fmla="*/ 117720 h 115560"/>
              </a:gdLst>
              <a:ahLst/>
              <a:rect l="textAreaLeft" t="textAreaTop" r="textAreaRight" b="textAreaBottom"/>
              <a:pathLst>
                <a:path w="98" h="149">
                  <a:moveTo>
                    <a:pt x="49" y="85"/>
                  </a:moveTo>
                  <a:cubicBezTo>
                    <a:pt x="70" y="85"/>
                    <a:pt x="72" y="64"/>
                    <a:pt x="72" y="50"/>
                  </a:cubicBezTo>
                  <a:cubicBezTo>
                    <a:pt x="72" y="33"/>
                    <a:pt x="64" y="20"/>
                    <a:pt x="49" y="20"/>
                  </a:cubicBezTo>
                  <a:cubicBezTo>
                    <a:pt x="39" y="20"/>
                    <a:pt x="28" y="27"/>
                    <a:pt x="28" y="51"/>
                  </a:cubicBezTo>
                  <a:cubicBezTo>
                    <a:pt x="28" y="64"/>
                    <a:pt x="29" y="85"/>
                    <a:pt x="49" y="85"/>
                  </a:cubicBezTo>
                  <a:close/>
                  <a:moveTo>
                    <a:pt x="98" y="2"/>
                  </a:moveTo>
                  <a:cubicBezTo>
                    <a:pt x="98" y="102"/>
                    <a:pt x="98" y="102"/>
                    <a:pt x="98" y="102"/>
                  </a:cubicBezTo>
                  <a:cubicBezTo>
                    <a:pt x="98" y="119"/>
                    <a:pt x="97" y="148"/>
                    <a:pt x="47" y="149"/>
                  </a:cubicBezTo>
                  <a:cubicBezTo>
                    <a:pt x="26" y="149"/>
                    <a:pt x="7" y="141"/>
                    <a:pt x="3" y="123"/>
                  </a:cubicBezTo>
                  <a:cubicBezTo>
                    <a:pt x="30" y="118"/>
                    <a:pt x="30" y="118"/>
                    <a:pt x="30" y="118"/>
                  </a:cubicBezTo>
                  <a:cubicBezTo>
                    <a:pt x="32" y="123"/>
                    <a:pt x="35" y="128"/>
                    <a:pt x="50" y="128"/>
                  </a:cubicBezTo>
                  <a:cubicBezTo>
                    <a:pt x="65" y="128"/>
                    <a:pt x="72" y="122"/>
                    <a:pt x="72" y="105"/>
                  </a:cubicBezTo>
                  <a:cubicBezTo>
                    <a:pt x="72" y="93"/>
                    <a:pt x="72" y="93"/>
                    <a:pt x="72" y="93"/>
                  </a:cubicBezTo>
                  <a:cubicBezTo>
                    <a:pt x="71" y="92"/>
                    <a:pt x="71" y="92"/>
                    <a:pt x="71" y="92"/>
                  </a:cubicBezTo>
                  <a:cubicBezTo>
                    <a:pt x="67" y="100"/>
                    <a:pt x="60" y="108"/>
                    <a:pt x="44" y="108"/>
                  </a:cubicBezTo>
                  <a:cubicBezTo>
                    <a:pt x="19" y="108"/>
                    <a:pt x="0" y="91"/>
                    <a:pt x="0" y="55"/>
                  </a:cubicBezTo>
                  <a:cubicBezTo>
                    <a:pt x="0" y="20"/>
                    <a:pt x="20" y="0"/>
                    <a:pt x="42" y="0"/>
                  </a:cubicBezTo>
                  <a:cubicBezTo>
                    <a:pt x="63" y="0"/>
                    <a:pt x="71" y="10"/>
                    <a:pt x="73" y="15"/>
                  </a:cubicBezTo>
                  <a:cubicBezTo>
                    <a:pt x="73" y="15"/>
                    <a:pt x="73" y="15"/>
                    <a:pt x="73" y="15"/>
                  </a:cubicBezTo>
                  <a:cubicBezTo>
                    <a:pt x="75" y="2"/>
                    <a:pt x="75" y="2"/>
                    <a:pt x="75" y="2"/>
                  </a:cubicBezTo>
                  <a:lnTo>
                    <a:pt x="98" y="2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305" name="CustomShape 12"/>
            <p:cNvSpPr/>
            <p:nvPr/>
          </p:nvSpPr>
          <p:spPr>
            <a:xfrm>
              <a:off x="843840" y="4678200"/>
              <a:ext cx="53640" cy="21960"/>
            </a:xfrm>
            <a:custGeom>
              <a:avLst/>
              <a:gdLst>
                <a:gd name="textAreaLeft" fmla="*/ 0 w 53640"/>
                <a:gd name="textAreaRight" fmla="*/ 55800 w 53640"/>
                <a:gd name="textAreaTop" fmla="*/ 0 h 21960"/>
                <a:gd name="textAreaBottom" fmla="*/ 24120 h 21960"/>
              </a:gdLst>
              <a:ahLst/>
              <a:rect l="textAreaLeft" t="textAreaTop" r="textAreaRight" b="textAreaBottom"/>
              <a:pathLst>
                <a:path w="37" h="17">
                  <a:moveTo>
                    <a:pt x="14" y="2"/>
                  </a:moveTo>
                  <a:lnTo>
                    <a:pt x="9" y="2"/>
                  </a:lnTo>
                  <a:lnTo>
                    <a:pt x="9" y="17"/>
                  </a:lnTo>
                  <a:lnTo>
                    <a:pt x="6" y="17"/>
                  </a:lnTo>
                  <a:lnTo>
                    <a:pt x="6" y="2"/>
                  </a:lnTo>
                  <a:lnTo>
                    <a:pt x="0" y="2"/>
                  </a:lnTo>
                  <a:lnTo>
                    <a:pt x="0" y="0"/>
                  </a:lnTo>
                  <a:lnTo>
                    <a:pt x="14" y="0"/>
                  </a:lnTo>
                  <a:lnTo>
                    <a:pt x="14" y="2"/>
                  </a:lnTo>
                  <a:close/>
                  <a:moveTo>
                    <a:pt x="37" y="17"/>
                  </a:moveTo>
                  <a:lnTo>
                    <a:pt x="34" y="17"/>
                  </a:lnTo>
                  <a:lnTo>
                    <a:pt x="34" y="2"/>
                  </a:lnTo>
                  <a:lnTo>
                    <a:pt x="34" y="2"/>
                  </a:lnTo>
                  <a:lnTo>
                    <a:pt x="29" y="17"/>
                  </a:lnTo>
                  <a:lnTo>
                    <a:pt x="27" y="17"/>
                  </a:lnTo>
                  <a:lnTo>
                    <a:pt x="21" y="2"/>
                  </a:lnTo>
                  <a:lnTo>
                    <a:pt x="20" y="2"/>
                  </a:lnTo>
                  <a:lnTo>
                    <a:pt x="20" y="17"/>
                  </a:lnTo>
                  <a:lnTo>
                    <a:pt x="18" y="17"/>
                  </a:lnTo>
                  <a:lnTo>
                    <a:pt x="18" y="0"/>
                  </a:lnTo>
                  <a:lnTo>
                    <a:pt x="22" y="0"/>
                  </a:lnTo>
                  <a:lnTo>
                    <a:pt x="28" y="13"/>
                  </a:lnTo>
                  <a:lnTo>
                    <a:pt x="33" y="0"/>
                  </a:lnTo>
                  <a:lnTo>
                    <a:pt x="37" y="0"/>
                  </a:lnTo>
                  <a:lnTo>
                    <a:pt x="37" y="17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20880" bIns="-2088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27" r:id="rId2"/>
  </p:sldLayoutIdLst>
</p:sldMaster>
</file>

<file path=ppt/slideMasters/slideMaster4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CustomShape 1" hidden="1"/>
          <p:cNvSpPr/>
          <p:nvPr/>
        </p:nvSpPr>
        <p:spPr>
          <a:xfrm>
            <a:off x="314280" y="4535640"/>
            <a:ext cx="270000" cy="32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00" rIns="0" tIns="0" bIns="0" anchor="b">
            <a:normAutofit/>
          </a:bodyPr>
          <a:p>
            <a:pPr>
              <a:lnSpc>
                <a:spcPct val="85000"/>
              </a:lnSpc>
              <a:spcAft>
                <a:spcPts val="1199"/>
              </a:spcAft>
            </a:pPr>
            <a:fld id="{7B1D91E3-FACF-4243-932D-42CFA4B2F23D}" type="slidenum">
              <a:rPr b="0" lang="fr-FR" sz="800" spc="-1" strike="noStrike">
                <a:solidFill>
                  <a:srgbClr val="000000"/>
                </a:solidFill>
                <a:latin typeface="Helvetica 75 Bold"/>
                <a:ea typeface="DejaVu Sans"/>
              </a:rPr>
              <a:t>&lt;number&gt;</a:t>
            </a:fld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307" name="Group 4"/>
          <p:cNvGrpSpPr/>
          <p:nvPr/>
        </p:nvGrpSpPr>
        <p:grpSpPr>
          <a:xfrm>
            <a:off x="313560" y="4233960"/>
            <a:ext cx="607680" cy="607680"/>
            <a:chOff x="313560" y="4233960"/>
            <a:chExt cx="607680" cy="607680"/>
          </a:xfrm>
        </p:grpSpPr>
        <p:sp>
          <p:nvSpPr>
            <p:cNvPr id="308" name="CustomShape 5"/>
            <p:cNvSpPr/>
            <p:nvPr/>
          </p:nvSpPr>
          <p:spPr>
            <a:xfrm>
              <a:off x="313560" y="4233960"/>
              <a:ext cx="607680" cy="607680"/>
            </a:xfrm>
            <a:prstGeom prst="rect">
              <a:avLst/>
            </a:prstGeom>
            <a:solidFill>
              <a:srgbClr val="ff79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309" name="CustomShape 6"/>
            <p:cNvSpPr/>
            <p:nvPr/>
          </p:nvSpPr>
          <p:spPr>
            <a:xfrm>
              <a:off x="500760" y="4708440"/>
              <a:ext cx="69480" cy="82440"/>
            </a:xfrm>
            <a:custGeom>
              <a:avLst/>
              <a:gdLst>
                <a:gd name="textAreaLeft" fmla="*/ 0 w 69480"/>
                <a:gd name="textAreaRight" fmla="*/ 71640 w 69480"/>
                <a:gd name="textAreaTop" fmla="*/ 0 h 82440"/>
                <a:gd name="textAreaBottom" fmla="*/ 84600 h 82440"/>
              </a:gdLst>
              <a:ahLst/>
              <a:rect l="textAreaLeft" t="textAreaTop" r="textAreaRight" b="textAreaBottom"/>
              <a:pathLst>
                <a:path w="93" h="109">
                  <a:moveTo>
                    <a:pt x="66" y="99"/>
                  </a:moveTo>
                  <a:cubicBezTo>
                    <a:pt x="55" y="106"/>
                    <a:pt x="43" y="109"/>
                    <a:pt x="31" y="109"/>
                  </a:cubicBezTo>
                  <a:cubicBezTo>
                    <a:pt x="11" y="109"/>
                    <a:pt x="0" y="96"/>
                    <a:pt x="0" y="79"/>
                  </a:cubicBezTo>
                  <a:cubicBezTo>
                    <a:pt x="0" y="55"/>
                    <a:pt x="21" y="42"/>
                    <a:pt x="66" y="37"/>
                  </a:cubicBezTo>
                  <a:cubicBezTo>
                    <a:pt x="66" y="32"/>
                    <a:pt x="66" y="32"/>
                    <a:pt x="66" y="32"/>
                  </a:cubicBezTo>
                  <a:cubicBezTo>
                    <a:pt x="66" y="24"/>
                    <a:pt x="60" y="19"/>
                    <a:pt x="49" y="19"/>
                  </a:cubicBezTo>
                  <a:cubicBezTo>
                    <a:pt x="39" y="19"/>
                    <a:pt x="30" y="24"/>
                    <a:pt x="24" y="32"/>
                  </a:cubicBezTo>
                  <a:cubicBezTo>
                    <a:pt x="5" y="21"/>
                    <a:pt x="5" y="21"/>
                    <a:pt x="5" y="21"/>
                  </a:cubicBezTo>
                  <a:cubicBezTo>
                    <a:pt x="15" y="7"/>
                    <a:pt x="30" y="0"/>
                    <a:pt x="50" y="0"/>
                  </a:cubicBezTo>
                  <a:cubicBezTo>
                    <a:pt x="77" y="0"/>
                    <a:pt x="93" y="12"/>
                    <a:pt x="93" y="32"/>
                  </a:cubicBezTo>
                  <a:cubicBezTo>
                    <a:pt x="93" y="32"/>
                    <a:pt x="93" y="108"/>
                    <a:pt x="93" y="108"/>
                  </a:cubicBezTo>
                  <a:cubicBezTo>
                    <a:pt x="68" y="108"/>
                    <a:pt x="68" y="108"/>
                    <a:pt x="68" y="108"/>
                  </a:cubicBezTo>
                  <a:lnTo>
                    <a:pt x="66" y="99"/>
                  </a:lnTo>
                  <a:close/>
                  <a:moveTo>
                    <a:pt x="27" y="77"/>
                  </a:moveTo>
                  <a:cubicBezTo>
                    <a:pt x="27" y="84"/>
                    <a:pt x="31" y="90"/>
                    <a:pt x="39" y="90"/>
                  </a:cubicBezTo>
                  <a:cubicBezTo>
                    <a:pt x="48" y="90"/>
                    <a:pt x="57" y="87"/>
                    <a:pt x="65" y="79"/>
                  </a:cubicBezTo>
                  <a:cubicBezTo>
                    <a:pt x="65" y="54"/>
                    <a:pt x="65" y="54"/>
                    <a:pt x="65" y="54"/>
                  </a:cubicBezTo>
                  <a:cubicBezTo>
                    <a:pt x="39" y="57"/>
                    <a:pt x="27" y="64"/>
                    <a:pt x="27" y="77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600" bIns="396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310" name="CustomShape 7"/>
            <p:cNvSpPr/>
            <p:nvPr/>
          </p:nvSpPr>
          <p:spPr>
            <a:xfrm>
              <a:off x="592920" y="4708440"/>
              <a:ext cx="71280" cy="82440"/>
            </a:xfrm>
            <a:custGeom>
              <a:avLst/>
              <a:gdLst>
                <a:gd name="textAreaLeft" fmla="*/ 0 w 71280"/>
                <a:gd name="textAreaRight" fmla="*/ 73440 w 71280"/>
                <a:gd name="textAreaTop" fmla="*/ 0 h 82440"/>
                <a:gd name="textAreaBottom" fmla="*/ 84600 h 82440"/>
              </a:gdLst>
              <a:ahLst/>
              <a:rect l="textAreaLeft" t="textAreaTop" r="textAreaRight" b="textAreaBottom"/>
              <a:pathLst>
                <a:path w="94" h="108">
                  <a:moveTo>
                    <a:pt x="0" y="5"/>
                  </a:moveTo>
                  <a:cubicBezTo>
                    <a:pt x="23" y="2"/>
                    <a:pt x="23" y="2"/>
                    <a:pt x="23" y="2"/>
                  </a:cubicBezTo>
                  <a:cubicBezTo>
                    <a:pt x="25" y="15"/>
                    <a:pt x="25" y="15"/>
                    <a:pt x="25" y="15"/>
                  </a:cubicBezTo>
                  <a:cubicBezTo>
                    <a:pt x="38" y="5"/>
                    <a:pt x="48" y="0"/>
                    <a:pt x="61" y="0"/>
                  </a:cubicBezTo>
                  <a:cubicBezTo>
                    <a:pt x="83" y="0"/>
                    <a:pt x="94" y="12"/>
                    <a:pt x="94" y="34"/>
                  </a:cubicBezTo>
                  <a:cubicBezTo>
                    <a:pt x="94" y="108"/>
                    <a:pt x="94" y="108"/>
                    <a:pt x="94" y="108"/>
                  </a:cubicBezTo>
                  <a:cubicBezTo>
                    <a:pt x="66" y="108"/>
                    <a:pt x="66" y="108"/>
                    <a:pt x="66" y="108"/>
                  </a:cubicBezTo>
                  <a:cubicBezTo>
                    <a:pt x="66" y="39"/>
                    <a:pt x="66" y="39"/>
                    <a:pt x="66" y="39"/>
                  </a:cubicBezTo>
                  <a:cubicBezTo>
                    <a:pt x="66" y="26"/>
                    <a:pt x="63" y="21"/>
                    <a:pt x="53" y="21"/>
                  </a:cubicBezTo>
                  <a:cubicBezTo>
                    <a:pt x="45" y="21"/>
                    <a:pt x="36" y="24"/>
                    <a:pt x="27" y="32"/>
                  </a:cubicBezTo>
                  <a:cubicBezTo>
                    <a:pt x="27" y="108"/>
                    <a:pt x="27" y="108"/>
                    <a:pt x="27" y="108"/>
                  </a:cubicBezTo>
                  <a:cubicBezTo>
                    <a:pt x="0" y="108"/>
                    <a:pt x="0" y="108"/>
                    <a:pt x="0" y="108"/>
                  </a:cubicBezTo>
                  <a:lnTo>
                    <a:pt x="0" y="5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600" bIns="396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311" name="CustomShape 8"/>
            <p:cNvSpPr/>
            <p:nvPr/>
          </p:nvSpPr>
          <p:spPr>
            <a:xfrm>
              <a:off x="778680" y="4708440"/>
              <a:ext cx="74160" cy="83880"/>
            </a:xfrm>
            <a:custGeom>
              <a:avLst/>
              <a:gdLst>
                <a:gd name="textAreaLeft" fmla="*/ 0 w 74160"/>
                <a:gd name="textAreaRight" fmla="*/ 76320 w 74160"/>
                <a:gd name="textAreaTop" fmla="*/ 0 h 83880"/>
                <a:gd name="textAreaBottom" fmla="*/ 86040 h 83880"/>
              </a:gdLst>
              <a:ahLst/>
              <a:rect l="textAreaLeft" t="textAreaTop" r="textAreaRight" b="textAreaBottom"/>
              <a:pathLst>
                <a:path w="98" h="110">
                  <a:moveTo>
                    <a:pt x="50" y="110"/>
                  </a:moveTo>
                  <a:cubicBezTo>
                    <a:pt x="19" y="110"/>
                    <a:pt x="0" y="90"/>
                    <a:pt x="0" y="55"/>
                  </a:cubicBezTo>
                  <a:cubicBezTo>
                    <a:pt x="0" y="20"/>
                    <a:pt x="19" y="0"/>
                    <a:pt x="49" y="0"/>
                  </a:cubicBezTo>
                  <a:cubicBezTo>
                    <a:pt x="80" y="0"/>
                    <a:pt x="98" y="20"/>
                    <a:pt x="98" y="54"/>
                  </a:cubicBezTo>
                  <a:cubicBezTo>
                    <a:pt x="98" y="56"/>
                    <a:pt x="97" y="57"/>
                    <a:pt x="97" y="59"/>
                  </a:cubicBezTo>
                  <a:cubicBezTo>
                    <a:pt x="27" y="59"/>
                    <a:pt x="27" y="59"/>
                    <a:pt x="27" y="59"/>
                  </a:cubicBezTo>
                  <a:cubicBezTo>
                    <a:pt x="28" y="79"/>
                    <a:pt x="36" y="89"/>
                    <a:pt x="52" y="89"/>
                  </a:cubicBezTo>
                  <a:cubicBezTo>
                    <a:pt x="63" y="89"/>
                    <a:pt x="70" y="85"/>
                    <a:pt x="76" y="76"/>
                  </a:cubicBezTo>
                  <a:cubicBezTo>
                    <a:pt x="96" y="87"/>
                    <a:pt x="96" y="87"/>
                    <a:pt x="96" y="87"/>
                  </a:cubicBezTo>
                  <a:cubicBezTo>
                    <a:pt x="87" y="102"/>
                    <a:pt x="71" y="110"/>
                    <a:pt x="50" y="110"/>
                  </a:cubicBezTo>
                  <a:close/>
                  <a:moveTo>
                    <a:pt x="70" y="41"/>
                  </a:moveTo>
                  <a:cubicBezTo>
                    <a:pt x="70" y="27"/>
                    <a:pt x="62" y="19"/>
                    <a:pt x="49" y="19"/>
                  </a:cubicBezTo>
                  <a:cubicBezTo>
                    <a:pt x="37" y="19"/>
                    <a:pt x="29" y="27"/>
                    <a:pt x="28" y="41"/>
                  </a:cubicBezTo>
                  <a:lnTo>
                    <a:pt x="70" y="41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1040" bIns="4104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312" name="CustomShape 9"/>
            <p:cNvSpPr/>
            <p:nvPr/>
          </p:nvSpPr>
          <p:spPr>
            <a:xfrm>
              <a:off x="347040" y="4708440"/>
              <a:ext cx="79200" cy="83880"/>
            </a:xfrm>
            <a:custGeom>
              <a:avLst/>
              <a:gdLst>
                <a:gd name="textAreaLeft" fmla="*/ 0 w 79200"/>
                <a:gd name="textAreaRight" fmla="*/ 81360 w 79200"/>
                <a:gd name="textAreaTop" fmla="*/ 0 h 83880"/>
                <a:gd name="textAreaBottom" fmla="*/ 86040 h 83880"/>
              </a:gdLst>
              <a:ahLst/>
              <a:rect l="textAreaLeft" t="textAreaTop" r="textAreaRight" b="textAreaBottom"/>
              <a:pathLst>
                <a:path w="104" h="111">
                  <a:moveTo>
                    <a:pt x="52" y="111"/>
                  </a:moveTo>
                  <a:cubicBezTo>
                    <a:pt x="25" y="111"/>
                    <a:pt x="0" y="93"/>
                    <a:pt x="0" y="55"/>
                  </a:cubicBezTo>
                  <a:cubicBezTo>
                    <a:pt x="0" y="17"/>
                    <a:pt x="25" y="0"/>
                    <a:pt x="52" y="0"/>
                  </a:cubicBezTo>
                  <a:cubicBezTo>
                    <a:pt x="79" y="0"/>
                    <a:pt x="104" y="17"/>
                    <a:pt x="104" y="55"/>
                  </a:cubicBezTo>
                  <a:cubicBezTo>
                    <a:pt x="104" y="93"/>
                    <a:pt x="79" y="111"/>
                    <a:pt x="52" y="111"/>
                  </a:cubicBezTo>
                  <a:close/>
                  <a:moveTo>
                    <a:pt x="52" y="23"/>
                  </a:moveTo>
                  <a:cubicBezTo>
                    <a:pt x="31" y="23"/>
                    <a:pt x="28" y="42"/>
                    <a:pt x="28" y="55"/>
                  </a:cubicBezTo>
                  <a:cubicBezTo>
                    <a:pt x="28" y="69"/>
                    <a:pt x="31" y="87"/>
                    <a:pt x="52" y="87"/>
                  </a:cubicBezTo>
                  <a:cubicBezTo>
                    <a:pt x="73" y="87"/>
                    <a:pt x="77" y="69"/>
                    <a:pt x="77" y="55"/>
                  </a:cubicBezTo>
                  <a:cubicBezTo>
                    <a:pt x="77" y="42"/>
                    <a:pt x="73" y="23"/>
                    <a:pt x="52" y="23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1040" bIns="4104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313" name="CustomShape 10"/>
            <p:cNvSpPr/>
            <p:nvPr/>
          </p:nvSpPr>
          <p:spPr>
            <a:xfrm>
              <a:off x="446760" y="4708440"/>
              <a:ext cx="42480" cy="82440"/>
            </a:xfrm>
            <a:custGeom>
              <a:avLst/>
              <a:gdLst>
                <a:gd name="textAreaLeft" fmla="*/ 0 w 42480"/>
                <a:gd name="textAreaRight" fmla="*/ 44640 w 42480"/>
                <a:gd name="textAreaTop" fmla="*/ 0 h 82440"/>
                <a:gd name="textAreaBottom" fmla="*/ 84600 h 82440"/>
              </a:gdLst>
              <a:ahLst/>
              <a:rect l="textAreaLeft" t="textAreaTop" r="textAreaRight" b="textAreaBottom"/>
              <a:pathLst>
                <a:path w="59" h="108">
                  <a:moveTo>
                    <a:pt x="0" y="3"/>
                  </a:moveTo>
                  <a:cubicBezTo>
                    <a:pt x="26" y="3"/>
                    <a:pt x="26" y="3"/>
                    <a:pt x="26" y="3"/>
                  </a:cubicBezTo>
                  <a:cubicBezTo>
                    <a:pt x="26" y="15"/>
                    <a:pt x="26" y="15"/>
                    <a:pt x="26" y="15"/>
                  </a:cubicBezTo>
                  <a:cubicBezTo>
                    <a:pt x="31" y="8"/>
                    <a:pt x="44" y="0"/>
                    <a:pt x="55" y="0"/>
                  </a:cubicBezTo>
                  <a:cubicBezTo>
                    <a:pt x="57" y="0"/>
                    <a:pt x="58" y="0"/>
                    <a:pt x="59" y="1"/>
                  </a:cubicBezTo>
                  <a:cubicBezTo>
                    <a:pt x="59" y="27"/>
                    <a:pt x="59" y="27"/>
                    <a:pt x="59" y="27"/>
                  </a:cubicBezTo>
                  <a:cubicBezTo>
                    <a:pt x="59" y="27"/>
                    <a:pt x="58" y="27"/>
                    <a:pt x="58" y="27"/>
                  </a:cubicBezTo>
                  <a:cubicBezTo>
                    <a:pt x="46" y="27"/>
                    <a:pt x="32" y="28"/>
                    <a:pt x="28" y="38"/>
                  </a:cubicBezTo>
                  <a:cubicBezTo>
                    <a:pt x="28" y="108"/>
                    <a:pt x="28" y="108"/>
                    <a:pt x="28" y="108"/>
                  </a:cubicBezTo>
                  <a:cubicBezTo>
                    <a:pt x="0" y="108"/>
                    <a:pt x="0" y="108"/>
                    <a:pt x="0" y="108"/>
                  </a:cubicBezTo>
                  <a:lnTo>
                    <a:pt x="0" y="3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600" bIns="396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314" name="CustomShape 11"/>
            <p:cNvSpPr/>
            <p:nvPr/>
          </p:nvSpPr>
          <p:spPr>
            <a:xfrm>
              <a:off x="685080" y="4708440"/>
              <a:ext cx="74160" cy="115560"/>
            </a:xfrm>
            <a:custGeom>
              <a:avLst/>
              <a:gdLst>
                <a:gd name="textAreaLeft" fmla="*/ 0 w 74160"/>
                <a:gd name="textAreaRight" fmla="*/ 76320 w 74160"/>
                <a:gd name="textAreaTop" fmla="*/ 0 h 115560"/>
                <a:gd name="textAreaBottom" fmla="*/ 117720 h 115560"/>
              </a:gdLst>
              <a:ahLst/>
              <a:rect l="textAreaLeft" t="textAreaTop" r="textAreaRight" b="textAreaBottom"/>
              <a:pathLst>
                <a:path w="98" h="149">
                  <a:moveTo>
                    <a:pt x="49" y="85"/>
                  </a:moveTo>
                  <a:cubicBezTo>
                    <a:pt x="70" y="85"/>
                    <a:pt x="72" y="64"/>
                    <a:pt x="72" y="50"/>
                  </a:cubicBezTo>
                  <a:cubicBezTo>
                    <a:pt x="72" y="33"/>
                    <a:pt x="64" y="20"/>
                    <a:pt x="49" y="20"/>
                  </a:cubicBezTo>
                  <a:cubicBezTo>
                    <a:pt x="39" y="20"/>
                    <a:pt x="28" y="27"/>
                    <a:pt x="28" y="51"/>
                  </a:cubicBezTo>
                  <a:cubicBezTo>
                    <a:pt x="28" y="64"/>
                    <a:pt x="29" y="85"/>
                    <a:pt x="49" y="85"/>
                  </a:cubicBezTo>
                  <a:close/>
                  <a:moveTo>
                    <a:pt x="98" y="2"/>
                  </a:moveTo>
                  <a:cubicBezTo>
                    <a:pt x="98" y="102"/>
                    <a:pt x="98" y="102"/>
                    <a:pt x="98" y="102"/>
                  </a:cubicBezTo>
                  <a:cubicBezTo>
                    <a:pt x="98" y="119"/>
                    <a:pt x="97" y="148"/>
                    <a:pt x="47" y="149"/>
                  </a:cubicBezTo>
                  <a:cubicBezTo>
                    <a:pt x="26" y="149"/>
                    <a:pt x="7" y="141"/>
                    <a:pt x="3" y="123"/>
                  </a:cubicBezTo>
                  <a:cubicBezTo>
                    <a:pt x="30" y="118"/>
                    <a:pt x="30" y="118"/>
                    <a:pt x="30" y="118"/>
                  </a:cubicBezTo>
                  <a:cubicBezTo>
                    <a:pt x="32" y="123"/>
                    <a:pt x="35" y="128"/>
                    <a:pt x="50" y="128"/>
                  </a:cubicBezTo>
                  <a:cubicBezTo>
                    <a:pt x="65" y="128"/>
                    <a:pt x="72" y="122"/>
                    <a:pt x="72" y="105"/>
                  </a:cubicBezTo>
                  <a:cubicBezTo>
                    <a:pt x="72" y="93"/>
                    <a:pt x="72" y="93"/>
                    <a:pt x="72" y="93"/>
                  </a:cubicBezTo>
                  <a:cubicBezTo>
                    <a:pt x="71" y="92"/>
                    <a:pt x="71" y="92"/>
                    <a:pt x="71" y="92"/>
                  </a:cubicBezTo>
                  <a:cubicBezTo>
                    <a:pt x="67" y="100"/>
                    <a:pt x="60" y="108"/>
                    <a:pt x="44" y="108"/>
                  </a:cubicBezTo>
                  <a:cubicBezTo>
                    <a:pt x="19" y="108"/>
                    <a:pt x="0" y="91"/>
                    <a:pt x="0" y="55"/>
                  </a:cubicBezTo>
                  <a:cubicBezTo>
                    <a:pt x="0" y="20"/>
                    <a:pt x="20" y="0"/>
                    <a:pt x="42" y="0"/>
                  </a:cubicBezTo>
                  <a:cubicBezTo>
                    <a:pt x="63" y="0"/>
                    <a:pt x="71" y="10"/>
                    <a:pt x="73" y="15"/>
                  </a:cubicBezTo>
                  <a:cubicBezTo>
                    <a:pt x="73" y="15"/>
                    <a:pt x="73" y="15"/>
                    <a:pt x="73" y="15"/>
                  </a:cubicBezTo>
                  <a:cubicBezTo>
                    <a:pt x="75" y="2"/>
                    <a:pt x="75" y="2"/>
                    <a:pt x="75" y="2"/>
                  </a:cubicBezTo>
                  <a:lnTo>
                    <a:pt x="98" y="2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315" name="CustomShape 12"/>
            <p:cNvSpPr/>
            <p:nvPr/>
          </p:nvSpPr>
          <p:spPr>
            <a:xfrm>
              <a:off x="843840" y="4678200"/>
              <a:ext cx="53640" cy="21960"/>
            </a:xfrm>
            <a:custGeom>
              <a:avLst/>
              <a:gdLst>
                <a:gd name="textAreaLeft" fmla="*/ 0 w 53640"/>
                <a:gd name="textAreaRight" fmla="*/ 55800 w 53640"/>
                <a:gd name="textAreaTop" fmla="*/ 0 h 21960"/>
                <a:gd name="textAreaBottom" fmla="*/ 24120 h 21960"/>
              </a:gdLst>
              <a:ahLst/>
              <a:rect l="textAreaLeft" t="textAreaTop" r="textAreaRight" b="textAreaBottom"/>
              <a:pathLst>
                <a:path w="37" h="17">
                  <a:moveTo>
                    <a:pt x="14" y="2"/>
                  </a:moveTo>
                  <a:lnTo>
                    <a:pt x="9" y="2"/>
                  </a:lnTo>
                  <a:lnTo>
                    <a:pt x="9" y="17"/>
                  </a:lnTo>
                  <a:lnTo>
                    <a:pt x="6" y="17"/>
                  </a:lnTo>
                  <a:lnTo>
                    <a:pt x="6" y="2"/>
                  </a:lnTo>
                  <a:lnTo>
                    <a:pt x="0" y="2"/>
                  </a:lnTo>
                  <a:lnTo>
                    <a:pt x="0" y="0"/>
                  </a:lnTo>
                  <a:lnTo>
                    <a:pt x="14" y="0"/>
                  </a:lnTo>
                  <a:lnTo>
                    <a:pt x="14" y="2"/>
                  </a:lnTo>
                  <a:close/>
                  <a:moveTo>
                    <a:pt x="37" y="17"/>
                  </a:moveTo>
                  <a:lnTo>
                    <a:pt x="34" y="17"/>
                  </a:lnTo>
                  <a:lnTo>
                    <a:pt x="34" y="2"/>
                  </a:lnTo>
                  <a:lnTo>
                    <a:pt x="34" y="2"/>
                  </a:lnTo>
                  <a:lnTo>
                    <a:pt x="29" y="17"/>
                  </a:lnTo>
                  <a:lnTo>
                    <a:pt x="27" y="17"/>
                  </a:lnTo>
                  <a:lnTo>
                    <a:pt x="21" y="2"/>
                  </a:lnTo>
                  <a:lnTo>
                    <a:pt x="20" y="2"/>
                  </a:lnTo>
                  <a:lnTo>
                    <a:pt x="20" y="17"/>
                  </a:lnTo>
                  <a:lnTo>
                    <a:pt x="18" y="17"/>
                  </a:lnTo>
                  <a:lnTo>
                    <a:pt x="18" y="0"/>
                  </a:lnTo>
                  <a:lnTo>
                    <a:pt x="22" y="0"/>
                  </a:lnTo>
                  <a:lnTo>
                    <a:pt x="28" y="13"/>
                  </a:lnTo>
                  <a:lnTo>
                    <a:pt x="33" y="0"/>
                  </a:lnTo>
                  <a:lnTo>
                    <a:pt x="37" y="0"/>
                  </a:lnTo>
                  <a:lnTo>
                    <a:pt x="37" y="17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20880" bIns="-2088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29" r:id="rId2"/>
  </p:sldLayoutIdLst>
</p:sldMaster>
</file>

<file path=ppt/slideMasters/slideMaster4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CustomShape 1" hidden="1"/>
          <p:cNvSpPr/>
          <p:nvPr/>
        </p:nvSpPr>
        <p:spPr>
          <a:xfrm>
            <a:off x="314280" y="4535640"/>
            <a:ext cx="270000" cy="32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00" rIns="0" tIns="0" bIns="0" anchor="b">
            <a:normAutofit/>
          </a:bodyPr>
          <a:p>
            <a:pPr>
              <a:lnSpc>
                <a:spcPct val="85000"/>
              </a:lnSpc>
              <a:spcAft>
                <a:spcPts val="1199"/>
              </a:spcAft>
            </a:pPr>
            <a:fld id="{D3953E63-DAB7-4CFB-86EE-9ADA29A61D7C}" type="slidenum">
              <a:rPr b="0" lang="fr-FR" sz="800" spc="-1" strike="noStrike">
                <a:solidFill>
                  <a:srgbClr val="000000"/>
                </a:solidFill>
                <a:latin typeface="Helvetica 75 Bold"/>
                <a:ea typeface="DejaVu Sans"/>
              </a:rPr>
              <a:t>&lt;number&gt;</a:t>
            </a:fld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317" name="Group 4"/>
          <p:cNvGrpSpPr/>
          <p:nvPr/>
        </p:nvGrpSpPr>
        <p:grpSpPr>
          <a:xfrm>
            <a:off x="313560" y="4233960"/>
            <a:ext cx="607680" cy="607680"/>
            <a:chOff x="313560" y="4233960"/>
            <a:chExt cx="607680" cy="607680"/>
          </a:xfrm>
        </p:grpSpPr>
        <p:sp>
          <p:nvSpPr>
            <p:cNvPr id="318" name="CustomShape 5"/>
            <p:cNvSpPr/>
            <p:nvPr/>
          </p:nvSpPr>
          <p:spPr>
            <a:xfrm>
              <a:off x="313560" y="4233960"/>
              <a:ext cx="607680" cy="607680"/>
            </a:xfrm>
            <a:prstGeom prst="rect">
              <a:avLst/>
            </a:prstGeom>
            <a:solidFill>
              <a:srgbClr val="ff79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319" name="CustomShape 6"/>
            <p:cNvSpPr/>
            <p:nvPr/>
          </p:nvSpPr>
          <p:spPr>
            <a:xfrm>
              <a:off x="500760" y="4708440"/>
              <a:ext cx="69480" cy="82440"/>
            </a:xfrm>
            <a:custGeom>
              <a:avLst/>
              <a:gdLst>
                <a:gd name="textAreaLeft" fmla="*/ 0 w 69480"/>
                <a:gd name="textAreaRight" fmla="*/ 71640 w 69480"/>
                <a:gd name="textAreaTop" fmla="*/ 0 h 82440"/>
                <a:gd name="textAreaBottom" fmla="*/ 84600 h 82440"/>
              </a:gdLst>
              <a:ahLst/>
              <a:rect l="textAreaLeft" t="textAreaTop" r="textAreaRight" b="textAreaBottom"/>
              <a:pathLst>
                <a:path w="93" h="109">
                  <a:moveTo>
                    <a:pt x="66" y="99"/>
                  </a:moveTo>
                  <a:cubicBezTo>
                    <a:pt x="55" y="106"/>
                    <a:pt x="43" y="109"/>
                    <a:pt x="31" y="109"/>
                  </a:cubicBezTo>
                  <a:cubicBezTo>
                    <a:pt x="11" y="109"/>
                    <a:pt x="0" y="96"/>
                    <a:pt x="0" y="79"/>
                  </a:cubicBezTo>
                  <a:cubicBezTo>
                    <a:pt x="0" y="55"/>
                    <a:pt x="21" y="42"/>
                    <a:pt x="66" y="37"/>
                  </a:cubicBezTo>
                  <a:cubicBezTo>
                    <a:pt x="66" y="32"/>
                    <a:pt x="66" y="32"/>
                    <a:pt x="66" y="32"/>
                  </a:cubicBezTo>
                  <a:cubicBezTo>
                    <a:pt x="66" y="24"/>
                    <a:pt x="60" y="19"/>
                    <a:pt x="49" y="19"/>
                  </a:cubicBezTo>
                  <a:cubicBezTo>
                    <a:pt x="39" y="19"/>
                    <a:pt x="30" y="24"/>
                    <a:pt x="24" y="32"/>
                  </a:cubicBezTo>
                  <a:cubicBezTo>
                    <a:pt x="5" y="21"/>
                    <a:pt x="5" y="21"/>
                    <a:pt x="5" y="21"/>
                  </a:cubicBezTo>
                  <a:cubicBezTo>
                    <a:pt x="15" y="7"/>
                    <a:pt x="30" y="0"/>
                    <a:pt x="50" y="0"/>
                  </a:cubicBezTo>
                  <a:cubicBezTo>
                    <a:pt x="77" y="0"/>
                    <a:pt x="93" y="12"/>
                    <a:pt x="93" y="32"/>
                  </a:cubicBezTo>
                  <a:cubicBezTo>
                    <a:pt x="93" y="32"/>
                    <a:pt x="93" y="108"/>
                    <a:pt x="93" y="108"/>
                  </a:cubicBezTo>
                  <a:cubicBezTo>
                    <a:pt x="68" y="108"/>
                    <a:pt x="68" y="108"/>
                    <a:pt x="68" y="108"/>
                  </a:cubicBezTo>
                  <a:lnTo>
                    <a:pt x="66" y="99"/>
                  </a:lnTo>
                  <a:close/>
                  <a:moveTo>
                    <a:pt x="27" y="77"/>
                  </a:moveTo>
                  <a:cubicBezTo>
                    <a:pt x="27" y="84"/>
                    <a:pt x="31" y="90"/>
                    <a:pt x="39" y="90"/>
                  </a:cubicBezTo>
                  <a:cubicBezTo>
                    <a:pt x="48" y="90"/>
                    <a:pt x="57" y="87"/>
                    <a:pt x="65" y="79"/>
                  </a:cubicBezTo>
                  <a:cubicBezTo>
                    <a:pt x="65" y="54"/>
                    <a:pt x="65" y="54"/>
                    <a:pt x="65" y="54"/>
                  </a:cubicBezTo>
                  <a:cubicBezTo>
                    <a:pt x="39" y="57"/>
                    <a:pt x="27" y="64"/>
                    <a:pt x="27" y="77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600" bIns="396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320" name="CustomShape 7"/>
            <p:cNvSpPr/>
            <p:nvPr/>
          </p:nvSpPr>
          <p:spPr>
            <a:xfrm>
              <a:off x="592920" y="4708440"/>
              <a:ext cx="71280" cy="82440"/>
            </a:xfrm>
            <a:custGeom>
              <a:avLst/>
              <a:gdLst>
                <a:gd name="textAreaLeft" fmla="*/ 0 w 71280"/>
                <a:gd name="textAreaRight" fmla="*/ 73440 w 71280"/>
                <a:gd name="textAreaTop" fmla="*/ 0 h 82440"/>
                <a:gd name="textAreaBottom" fmla="*/ 84600 h 82440"/>
              </a:gdLst>
              <a:ahLst/>
              <a:rect l="textAreaLeft" t="textAreaTop" r="textAreaRight" b="textAreaBottom"/>
              <a:pathLst>
                <a:path w="94" h="108">
                  <a:moveTo>
                    <a:pt x="0" y="5"/>
                  </a:moveTo>
                  <a:cubicBezTo>
                    <a:pt x="23" y="2"/>
                    <a:pt x="23" y="2"/>
                    <a:pt x="23" y="2"/>
                  </a:cubicBezTo>
                  <a:cubicBezTo>
                    <a:pt x="25" y="15"/>
                    <a:pt x="25" y="15"/>
                    <a:pt x="25" y="15"/>
                  </a:cubicBezTo>
                  <a:cubicBezTo>
                    <a:pt x="38" y="5"/>
                    <a:pt x="48" y="0"/>
                    <a:pt x="61" y="0"/>
                  </a:cubicBezTo>
                  <a:cubicBezTo>
                    <a:pt x="83" y="0"/>
                    <a:pt x="94" y="12"/>
                    <a:pt x="94" y="34"/>
                  </a:cubicBezTo>
                  <a:cubicBezTo>
                    <a:pt x="94" y="108"/>
                    <a:pt x="94" y="108"/>
                    <a:pt x="94" y="108"/>
                  </a:cubicBezTo>
                  <a:cubicBezTo>
                    <a:pt x="66" y="108"/>
                    <a:pt x="66" y="108"/>
                    <a:pt x="66" y="108"/>
                  </a:cubicBezTo>
                  <a:cubicBezTo>
                    <a:pt x="66" y="39"/>
                    <a:pt x="66" y="39"/>
                    <a:pt x="66" y="39"/>
                  </a:cubicBezTo>
                  <a:cubicBezTo>
                    <a:pt x="66" y="26"/>
                    <a:pt x="63" y="21"/>
                    <a:pt x="53" y="21"/>
                  </a:cubicBezTo>
                  <a:cubicBezTo>
                    <a:pt x="45" y="21"/>
                    <a:pt x="36" y="24"/>
                    <a:pt x="27" y="32"/>
                  </a:cubicBezTo>
                  <a:cubicBezTo>
                    <a:pt x="27" y="108"/>
                    <a:pt x="27" y="108"/>
                    <a:pt x="27" y="108"/>
                  </a:cubicBezTo>
                  <a:cubicBezTo>
                    <a:pt x="0" y="108"/>
                    <a:pt x="0" y="108"/>
                    <a:pt x="0" y="108"/>
                  </a:cubicBezTo>
                  <a:lnTo>
                    <a:pt x="0" y="5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600" bIns="396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321" name="CustomShape 8"/>
            <p:cNvSpPr/>
            <p:nvPr/>
          </p:nvSpPr>
          <p:spPr>
            <a:xfrm>
              <a:off x="778680" y="4708440"/>
              <a:ext cx="74160" cy="83880"/>
            </a:xfrm>
            <a:custGeom>
              <a:avLst/>
              <a:gdLst>
                <a:gd name="textAreaLeft" fmla="*/ 0 w 74160"/>
                <a:gd name="textAreaRight" fmla="*/ 76320 w 74160"/>
                <a:gd name="textAreaTop" fmla="*/ 0 h 83880"/>
                <a:gd name="textAreaBottom" fmla="*/ 86040 h 83880"/>
              </a:gdLst>
              <a:ahLst/>
              <a:rect l="textAreaLeft" t="textAreaTop" r="textAreaRight" b="textAreaBottom"/>
              <a:pathLst>
                <a:path w="98" h="110">
                  <a:moveTo>
                    <a:pt x="50" y="110"/>
                  </a:moveTo>
                  <a:cubicBezTo>
                    <a:pt x="19" y="110"/>
                    <a:pt x="0" y="90"/>
                    <a:pt x="0" y="55"/>
                  </a:cubicBezTo>
                  <a:cubicBezTo>
                    <a:pt x="0" y="20"/>
                    <a:pt x="19" y="0"/>
                    <a:pt x="49" y="0"/>
                  </a:cubicBezTo>
                  <a:cubicBezTo>
                    <a:pt x="80" y="0"/>
                    <a:pt x="98" y="20"/>
                    <a:pt x="98" y="54"/>
                  </a:cubicBezTo>
                  <a:cubicBezTo>
                    <a:pt x="98" y="56"/>
                    <a:pt x="97" y="57"/>
                    <a:pt x="97" y="59"/>
                  </a:cubicBezTo>
                  <a:cubicBezTo>
                    <a:pt x="27" y="59"/>
                    <a:pt x="27" y="59"/>
                    <a:pt x="27" y="59"/>
                  </a:cubicBezTo>
                  <a:cubicBezTo>
                    <a:pt x="28" y="79"/>
                    <a:pt x="36" y="89"/>
                    <a:pt x="52" y="89"/>
                  </a:cubicBezTo>
                  <a:cubicBezTo>
                    <a:pt x="63" y="89"/>
                    <a:pt x="70" y="85"/>
                    <a:pt x="76" y="76"/>
                  </a:cubicBezTo>
                  <a:cubicBezTo>
                    <a:pt x="96" y="87"/>
                    <a:pt x="96" y="87"/>
                    <a:pt x="96" y="87"/>
                  </a:cubicBezTo>
                  <a:cubicBezTo>
                    <a:pt x="87" y="102"/>
                    <a:pt x="71" y="110"/>
                    <a:pt x="50" y="110"/>
                  </a:cubicBezTo>
                  <a:close/>
                  <a:moveTo>
                    <a:pt x="70" y="41"/>
                  </a:moveTo>
                  <a:cubicBezTo>
                    <a:pt x="70" y="27"/>
                    <a:pt x="62" y="19"/>
                    <a:pt x="49" y="19"/>
                  </a:cubicBezTo>
                  <a:cubicBezTo>
                    <a:pt x="37" y="19"/>
                    <a:pt x="29" y="27"/>
                    <a:pt x="28" y="41"/>
                  </a:cubicBezTo>
                  <a:lnTo>
                    <a:pt x="70" y="41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1040" bIns="4104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322" name="CustomShape 9"/>
            <p:cNvSpPr/>
            <p:nvPr/>
          </p:nvSpPr>
          <p:spPr>
            <a:xfrm>
              <a:off x="347040" y="4708440"/>
              <a:ext cx="79200" cy="83880"/>
            </a:xfrm>
            <a:custGeom>
              <a:avLst/>
              <a:gdLst>
                <a:gd name="textAreaLeft" fmla="*/ 0 w 79200"/>
                <a:gd name="textAreaRight" fmla="*/ 81360 w 79200"/>
                <a:gd name="textAreaTop" fmla="*/ 0 h 83880"/>
                <a:gd name="textAreaBottom" fmla="*/ 86040 h 83880"/>
              </a:gdLst>
              <a:ahLst/>
              <a:rect l="textAreaLeft" t="textAreaTop" r="textAreaRight" b="textAreaBottom"/>
              <a:pathLst>
                <a:path w="104" h="111">
                  <a:moveTo>
                    <a:pt x="52" y="111"/>
                  </a:moveTo>
                  <a:cubicBezTo>
                    <a:pt x="25" y="111"/>
                    <a:pt x="0" y="93"/>
                    <a:pt x="0" y="55"/>
                  </a:cubicBezTo>
                  <a:cubicBezTo>
                    <a:pt x="0" y="17"/>
                    <a:pt x="25" y="0"/>
                    <a:pt x="52" y="0"/>
                  </a:cubicBezTo>
                  <a:cubicBezTo>
                    <a:pt x="79" y="0"/>
                    <a:pt x="104" y="17"/>
                    <a:pt x="104" y="55"/>
                  </a:cubicBezTo>
                  <a:cubicBezTo>
                    <a:pt x="104" y="93"/>
                    <a:pt x="79" y="111"/>
                    <a:pt x="52" y="111"/>
                  </a:cubicBezTo>
                  <a:close/>
                  <a:moveTo>
                    <a:pt x="52" y="23"/>
                  </a:moveTo>
                  <a:cubicBezTo>
                    <a:pt x="31" y="23"/>
                    <a:pt x="28" y="42"/>
                    <a:pt x="28" y="55"/>
                  </a:cubicBezTo>
                  <a:cubicBezTo>
                    <a:pt x="28" y="69"/>
                    <a:pt x="31" y="87"/>
                    <a:pt x="52" y="87"/>
                  </a:cubicBezTo>
                  <a:cubicBezTo>
                    <a:pt x="73" y="87"/>
                    <a:pt x="77" y="69"/>
                    <a:pt x="77" y="55"/>
                  </a:cubicBezTo>
                  <a:cubicBezTo>
                    <a:pt x="77" y="42"/>
                    <a:pt x="73" y="23"/>
                    <a:pt x="52" y="23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1040" bIns="4104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323" name="CustomShape 10"/>
            <p:cNvSpPr/>
            <p:nvPr/>
          </p:nvSpPr>
          <p:spPr>
            <a:xfrm>
              <a:off x="446760" y="4708440"/>
              <a:ext cx="42480" cy="82440"/>
            </a:xfrm>
            <a:custGeom>
              <a:avLst/>
              <a:gdLst>
                <a:gd name="textAreaLeft" fmla="*/ 0 w 42480"/>
                <a:gd name="textAreaRight" fmla="*/ 44640 w 42480"/>
                <a:gd name="textAreaTop" fmla="*/ 0 h 82440"/>
                <a:gd name="textAreaBottom" fmla="*/ 84600 h 82440"/>
              </a:gdLst>
              <a:ahLst/>
              <a:rect l="textAreaLeft" t="textAreaTop" r="textAreaRight" b="textAreaBottom"/>
              <a:pathLst>
                <a:path w="59" h="108">
                  <a:moveTo>
                    <a:pt x="0" y="3"/>
                  </a:moveTo>
                  <a:cubicBezTo>
                    <a:pt x="26" y="3"/>
                    <a:pt x="26" y="3"/>
                    <a:pt x="26" y="3"/>
                  </a:cubicBezTo>
                  <a:cubicBezTo>
                    <a:pt x="26" y="15"/>
                    <a:pt x="26" y="15"/>
                    <a:pt x="26" y="15"/>
                  </a:cubicBezTo>
                  <a:cubicBezTo>
                    <a:pt x="31" y="8"/>
                    <a:pt x="44" y="0"/>
                    <a:pt x="55" y="0"/>
                  </a:cubicBezTo>
                  <a:cubicBezTo>
                    <a:pt x="57" y="0"/>
                    <a:pt x="58" y="0"/>
                    <a:pt x="59" y="1"/>
                  </a:cubicBezTo>
                  <a:cubicBezTo>
                    <a:pt x="59" y="27"/>
                    <a:pt x="59" y="27"/>
                    <a:pt x="59" y="27"/>
                  </a:cubicBezTo>
                  <a:cubicBezTo>
                    <a:pt x="59" y="27"/>
                    <a:pt x="58" y="27"/>
                    <a:pt x="58" y="27"/>
                  </a:cubicBezTo>
                  <a:cubicBezTo>
                    <a:pt x="46" y="27"/>
                    <a:pt x="32" y="28"/>
                    <a:pt x="28" y="38"/>
                  </a:cubicBezTo>
                  <a:cubicBezTo>
                    <a:pt x="28" y="108"/>
                    <a:pt x="28" y="108"/>
                    <a:pt x="28" y="108"/>
                  </a:cubicBezTo>
                  <a:cubicBezTo>
                    <a:pt x="0" y="108"/>
                    <a:pt x="0" y="108"/>
                    <a:pt x="0" y="108"/>
                  </a:cubicBezTo>
                  <a:lnTo>
                    <a:pt x="0" y="3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600" bIns="396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324" name="CustomShape 11"/>
            <p:cNvSpPr/>
            <p:nvPr/>
          </p:nvSpPr>
          <p:spPr>
            <a:xfrm>
              <a:off x="685080" y="4708440"/>
              <a:ext cx="74160" cy="115560"/>
            </a:xfrm>
            <a:custGeom>
              <a:avLst/>
              <a:gdLst>
                <a:gd name="textAreaLeft" fmla="*/ 0 w 74160"/>
                <a:gd name="textAreaRight" fmla="*/ 76320 w 74160"/>
                <a:gd name="textAreaTop" fmla="*/ 0 h 115560"/>
                <a:gd name="textAreaBottom" fmla="*/ 117720 h 115560"/>
              </a:gdLst>
              <a:ahLst/>
              <a:rect l="textAreaLeft" t="textAreaTop" r="textAreaRight" b="textAreaBottom"/>
              <a:pathLst>
                <a:path w="98" h="149">
                  <a:moveTo>
                    <a:pt x="49" y="85"/>
                  </a:moveTo>
                  <a:cubicBezTo>
                    <a:pt x="70" y="85"/>
                    <a:pt x="72" y="64"/>
                    <a:pt x="72" y="50"/>
                  </a:cubicBezTo>
                  <a:cubicBezTo>
                    <a:pt x="72" y="33"/>
                    <a:pt x="64" y="20"/>
                    <a:pt x="49" y="20"/>
                  </a:cubicBezTo>
                  <a:cubicBezTo>
                    <a:pt x="39" y="20"/>
                    <a:pt x="28" y="27"/>
                    <a:pt x="28" y="51"/>
                  </a:cubicBezTo>
                  <a:cubicBezTo>
                    <a:pt x="28" y="64"/>
                    <a:pt x="29" y="85"/>
                    <a:pt x="49" y="85"/>
                  </a:cubicBezTo>
                  <a:close/>
                  <a:moveTo>
                    <a:pt x="98" y="2"/>
                  </a:moveTo>
                  <a:cubicBezTo>
                    <a:pt x="98" y="102"/>
                    <a:pt x="98" y="102"/>
                    <a:pt x="98" y="102"/>
                  </a:cubicBezTo>
                  <a:cubicBezTo>
                    <a:pt x="98" y="119"/>
                    <a:pt x="97" y="148"/>
                    <a:pt x="47" y="149"/>
                  </a:cubicBezTo>
                  <a:cubicBezTo>
                    <a:pt x="26" y="149"/>
                    <a:pt x="7" y="141"/>
                    <a:pt x="3" y="123"/>
                  </a:cubicBezTo>
                  <a:cubicBezTo>
                    <a:pt x="30" y="118"/>
                    <a:pt x="30" y="118"/>
                    <a:pt x="30" y="118"/>
                  </a:cubicBezTo>
                  <a:cubicBezTo>
                    <a:pt x="32" y="123"/>
                    <a:pt x="35" y="128"/>
                    <a:pt x="50" y="128"/>
                  </a:cubicBezTo>
                  <a:cubicBezTo>
                    <a:pt x="65" y="128"/>
                    <a:pt x="72" y="122"/>
                    <a:pt x="72" y="105"/>
                  </a:cubicBezTo>
                  <a:cubicBezTo>
                    <a:pt x="72" y="93"/>
                    <a:pt x="72" y="93"/>
                    <a:pt x="72" y="93"/>
                  </a:cubicBezTo>
                  <a:cubicBezTo>
                    <a:pt x="71" y="92"/>
                    <a:pt x="71" y="92"/>
                    <a:pt x="71" y="92"/>
                  </a:cubicBezTo>
                  <a:cubicBezTo>
                    <a:pt x="67" y="100"/>
                    <a:pt x="60" y="108"/>
                    <a:pt x="44" y="108"/>
                  </a:cubicBezTo>
                  <a:cubicBezTo>
                    <a:pt x="19" y="108"/>
                    <a:pt x="0" y="91"/>
                    <a:pt x="0" y="55"/>
                  </a:cubicBezTo>
                  <a:cubicBezTo>
                    <a:pt x="0" y="20"/>
                    <a:pt x="20" y="0"/>
                    <a:pt x="42" y="0"/>
                  </a:cubicBezTo>
                  <a:cubicBezTo>
                    <a:pt x="63" y="0"/>
                    <a:pt x="71" y="10"/>
                    <a:pt x="73" y="15"/>
                  </a:cubicBezTo>
                  <a:cubicBezTo>
                    <a:pt x="73" y="15"/>
                    <a:pt x="73" y="15"/>
                    <a:pt x="73" y="15"/>
                  </a:cubicBezTo>
                  <a:cubicBezTo>
                    <a:pt x="75" y="2"/>
                    <a:pt x="75" y="2"/>
                    <a:pt x="75" y="2"/>
                  </a:cubicBezTo>
                  <a:lnTo>
                    <a:pt x="98" y="2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325" name="CustomShape 12"/>
            <p:cNvSpPr/>
            <p:nvPr/>
          </p:nvSpPr>
          <p:spPr>
            <a:xfrm>
              <a:off x="843840" y="4678200"/>
              <a:ext cx="53640" cy="21960"/>
            </a:xfrm>
            <a:custGeom>
              <a:avLst/>
              <a:gdLst>
                <a:gd name="textAreaLeft" fmla="*/ 0 w 53640"/>
                <a:gd name="textAreaRight" fmla="*/ 55800 w 53640"/>
                <a:gd name="textAreaTop" fmla="*/ 0 h 21960"/>
                <a:gd name="textAreaBottom" fmla="*/ 24120 h 21960"/>
              </a:gdLst>
              <a:ahLst/>
              <a:rect l="textAreaLeft" t="textAreaTop" r="textAreaRight" b="textAreaBottom"/>
              <a:pathLst>
                <a:path w="37" h="17">
                  <a:moveTo>
                    <a:pt x="14" y="2"/>
                  </a:moveTo>
                  <a:lnTo>
                    <a:pt x="9" y="2"/>
                  </a:lnTo>
                  <a:lnTo>
                    <a:pt x="9" y="17"/>
                  </a:lnTo>
                  <a:lnTo>
                    <a:pt x="6" y="17"/>
                  </a:lnTo>
                  <a:lnTo>
                    <a:pt x="6" y="2"/>
                  </a:lnTo>
                  <a:lnTo>
                    <a:pt x="0" y="2"/>
                  </a:lnTo>
                  <a:lnTo>
                    <a:pt x="0" y="0"/>
                  </a:lnTo>
                  <a:lnTo>
                    <a:pt x="14" y="0"/>
                  </a:lnTo>
                  <a:lnTo>
                    <a:pt x="14" y="2"/>
                  </a:lnTo>
                  <a:close/>
                  <a:moveTo>
                    <a:pt x="37" y="17"/>
                  </a:moveTo>
                  <a:lnTo>
                    <a:pt x="34" y="17"/>
                  </a:lnTo>
                  <a:lnTo>
                    <a:pt x="34" y="2"/>
                  </a:lnTo>
                  <a:lnTo>
                    <a:pt x="34" y="2"/>
                  </a:lnTo>
                  <a:lnTo>
                    <a:pt x="29" y="17"/>
                  </a:lnTo>
                  <a:lnTo>
                    <a:pt x="27" y="17"/>
                  </a:lnTo>
                  <a:lnTo>
                    <a:pt x="21" y="2"/>
                  </a:lnTo>
                  <a:lnTo>
                    <a:pt x="20" y="2"/>
                  </a:lnTo>
                  <a:lnTo>
                    <a:pt x="20" y="17"/>
                  </a:lnTo>
                  <a:lnTo>
                    <a:pt x="18" y="17"/>
                  </a:lnTo>
                  <a:lnTo>
                    <a:pt x="18" y="0"/>
                  </a:lnTo>
                  <a:lnTo>
                    <a:pt x="22" y="0"/>
                  </a:lnTo>
                  <a:lnTo>
                    <a:pt x="28" y="13"/>
                  </a:lnTo>
                  <a:lnTo>
                    <a:pt x="33" y="0"/>
                  </a:lnTo>
                  <a:lnTo>
                    <a:pt x="37" y="0"/>
                  </a:lnTo>
                  <a:lnTo>
                    <a:pt x="37" y="17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20880" bIns="-2088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</p:grpSp>
      <p:sp>
        <p:nvSpPr>
          <p:cNvPr id="32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7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888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31" r:id="rId2"/>
  </p:sldLayoutIdLst>
</p:sldMaster>
</file>

<file path=ppt/slideMasters/slideMaster4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CustomShape 1" hidden="1"/>
          <p:cNvSpPr/>
          <p:nvPr/>
        </p:nvSpPr>
        <p:spPr>
          <a:xfrm>
            <a:off x="314280" y="4535640"/>
            <a:ext cx="270000" cy="32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00" rIns="0" tIns="0" bIns="0" anchor="b">
            <a:normAutofit/>
          </a:bodyPr>
          <a:p>
            <a:pPr>
              <a:lnSpc>
                <a:spcPct val="85000"/>
              </a:lnSpc>
              <a:spcAft>
                <a:spcPts val="1199"/>
              </a:spcAft>
            </a:pPr>
            <a:fld id="{95644695-0988-4FC2-9954-DC1042FFFEB8}" type="slidenum">
              <a:rPr b="0" lang="fr-FR" sz="800" spc="-1" strike="noStrike">
                <a:solidFill>
                  <a:srgbClr val="000000"/>
                </a:solidFill>
                <a:latin typeface="Helvetica 75 Bold"/>
                <a:ea typeface="DejaVu Sans"/>
              </a:rPr>
              <a:t>&lt;number&gt;</a:t>
            </a:fld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331" name="Group 4"/>
          <p:cNvGrpSpPr/>
          <p:nvPr/>
        </p:nvGrpSpPr>
        <p:grpSpPr>
          <a:xfrm>
            <a:off x="313560" y="4233960"/>
            <a:ext cx="607680" cy="607680"/>
            <a:chOff x="313560" y="4233960"/>
            <a:chExt cx="607680" cy="607680"/>
          </a:xfrm>
        </p:grpSpPr>
        <p:sp>
          <p:nvSpPr>
            <p:cNvPr id="332" name="CustomShape 5"/>
            <p:cNvSpPr/>
            <p:nvPr/>
          </p:nvSpPr>
          <p:spPr>
            <a:xfrm>
              <a:off x="313560" y="4233960"/>
              <a:ext cx="607680" cy="607680"/>
            </a:xfrm>
            <a:prstGeom prst="rect">
              <a:avLst/>
            </a:prstGeom>
            <a:solidFill>
              <a:srgbClr val="ff79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333" name="CustomShape 6"/>
            <p:cNvSpPr/>
            <p:nvPr/>
          </p:nvSpPr>
          <p:spPr>
            <a:xfrm>
              <a:off x="500760" y="4708440"/>
              <a:ext cx="69480" cy="82440"/>
            </a:xfrm>
            <a:custGeom>
              <a:avLst/>
              <a:gdLst>
                <a:gd name="textAreaLeft" fmla="*/ 0 w 69480"/>
                <a:gd name="textAreaRight" fmla="*/ 71640 w 69480"/>
                <a:gd name="textAreaTop" fmla="*/ 0 h 82440"/>
                <a:gd name="textAreaBottom" fmla="*/ 84600 h 82440"/>
              </a:gdLst>
              <a:ahLst/>
              <a:rect l="textAreaLeft" t="textAreaTop" r="textAreaRight" b="textAreaBottom"/>
              <a:pathLst>
                <a:path w="93" h="109">
                  <a:moveTo>
                    <a:pt x="66" y="99"/>
                  </a:moveTo>
                  <a:cubicBezTo>
                    <a:pt x="55" y="106"/>
                    <a:pt x="43" y="109"/>
                    <a:pt x="31" y="109"/>
                  </a:cubicBezTo>
                  <a:cubicBezTo>
                    <a:pt x="11" y="109"/>
                    <a:pt x="0" y="96"/>
                    <a:pt x="0" y="79"/>
                  </a:cubicBezTo>
                  <a:cubicBezTo>
                    <a:pt x="0" y="55"/>
                    <a:pt x="21" y="42"/>
                    <a:pt x="66" y="37"/>
                  </a:cubicBezTo>
                  <a:cubicBezTo>
                    <a:pt x="66" y="32"/>
                    <a:pt x="66" y="32"/>
                    <a:pt x="66" y="32"/>
                  </a:cubicBezTo>
                  <a:cubicBezTo>
                    <a:pt x="66" y="24"/>
                    <a:pt x="60" y="19"/>
                    <a:pt x="49" y="19"/>
                  </a:cubicBezTo>
                  <a:cubicBezTo>
                    <a:pt x="39" y="19"/>
                    <a:pt x="30" y="24"/>
                    <a:pt x="24" y="32"/>
                  </a:cubicBezTo>
                  <a:cubicBezTo>
                    <a:pt x="5" y="21"/>
                    <a:pt x="5" y="21"/>
                    <a:pt x="5" y="21"/>
                  </a:cubicBezTo>
                  <a:cubicBezTo>
                    <a:pt x="15" y="7"/>
                    <a:pt x="30" y="0"/>
                    <a:pt x="50" y="0"/>
                  </a:cubicBezTo>
                  <a:cubicBezTo>
                    <a:pt x="77" y="0"/>
                    <a:pt x="93" y="12"/>
                    <a:pt x="93" y="32"/>
                  </a:cubicBezTo>
                  <a:cubicBezTo>
                    <a:pt x="93" y="32"/>
                    <a:pt x="93" y="108"/>
                    <a:pt x="93" y="108"/>
                  </a:cubicBezTo>
                  <a:cubicBezTo>
                    <a:pt x="68" y="108"/>
                    <a:pt x="68" y="108"/>
                    <a:pt x="68" y="108"/>
                  </a:cubicBezTo>
                  <a:lnTo>
                    <a:pt x="66" y="99"/>
                  </a:lnTo>
                  <a:close/>
                  <a:moveTo>
                    <a:pt x="27" y="77"/>
                  </a:moveTo>
                  <a:cubicBezTo>
                    <a:pt x="27" y="84"/>
                    <a:pt x="31" y="90"/>
                    <a:pt x="39" y="90"/>
                  </a:cubicBezTo>
                  <a:cubicBezTo>
                    <a:pt x="48" y="90"/>
                    <a:pt x="57" y="87"/>
                    <a:pt x="65" y="79"/>
                  </a:cubicBezTo>
                  <a:cubicBezTo>
                    <a:pt x="65" y="54"/>
                    <a:pt x="65" y="54"/>
                    <a:pt x="65" y="54"/>
                  </a:cubicBezTo>
                  <a:cubicBezTo>
                    <a:pt x="39" y="57"/>
                    <a:pt x="27" y="64"/>
                    <a:pt x="27" y="77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600" bIns="396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334" name="CustomShape 7"/>
            <p:cNvSpPr/>
            <p:nvPr/>
          </p:nvSpPr>
          <p:spPr>
            <a:xfrm>
              <a:off x="592920" y="4708440"/>
              <a:ext cx="71280" cy="82440"/>
            </a:xfrm>
            <a:custGeom>
              <a:avLst/>
              <a:gdLst>
                <a:gd name="textAreaLeft" fmla="*/ 0 w 71280"/>
                <a:gd name="textAreaRight" fmla="*/ 73440 w 71280"/>
                <a:gd name="textAreaTop" fmla="*/ 0 h 82440"/>
                <a:gd name="textAreaBottom" fmla="*/ 84600 h 82440"/>
              </a:gdLst>
              <a:ahLst/>
              <a:rect l="textAreaLeft" t="textAreaTop" r="textAreaRight" b="textAreaBottom"/>
              <a:pathLst>
                <a:path w="94" h="108">
                  <a:moveTo>
                    <a:pt x="0" y="5"/>
                  </a:moveTo>
                  <a:cubicBezTo>
                    <a:pt x="23" y="2"/>
                    <a:pt x="23" y="2"/>
                    <a:pt x="23" y="2"/>
                  </a:cubicBezTo>
                  <a:cubicBezTo>
                    <a:pt x="25" y="15"/>
                    <a:pt x="25" y="15"/>
                    <a:pt x="25" y="15"/>
                  </a:cubicBezTo>
                  <a:cubicBezTo>
                    <a:pt x="38" y="5"/>
                    <a:pt x="48" y="0"/>
                    <a:pt x="61" y="0"/>
                  </a:cubicBezTo>
                  <a:cubicBezTo>
                    <a:pt x="83" y="0"/>
                    <a:pt x="94" y="12"/>
                    <a:pt x="94" y="34"/>
                  </a:cubicBezTo>
                  <a:cubicBezTo>
                    <a:pt x="94" y="108"/>
                    <a:pt x="94" y="108"/>
                    <a:pt x="94" y="108"/>
                  </a:cubicBezTo>
                  <a:cubicBezTo>
                    <a:pt x="66" y="108"/>
                    <a:pt x="66" y="108"/>
                    <a:pt x="66" y="108"/>
                  </a:cubicBezTo>
                  <a:cubicBezTo>
                    <a:pt x="66" y="39"/>
                    <a:pt x="66" y="39"/>
                    <a:pt x="66" y="39"/>
                  </a:cubicBezTo>
                  <a:cubicBezTo>
                    <a:pt x="66" y="26"/>
                    <a:pt x="63" y="21"/>
                    <a:pt x="53" y="21"/>
                  </a:cubicBezTo>
                  <a:cubicBezTo>
                    <a:pt x="45" y="21"/>
                    <a:pt x="36" y="24"/>
                    <a:pt x="27" y="32"/>
                  </a:cubicBezTo>
                  <a:cubicBezTo>
                    <a:pt x="27" y="108"/>
                    <a:pt x="27" y="108"/>
                    <a:pt x="27" y="108"/>
                  </a:cubicBezTo>
                  <a:cubicBezTo>
                    <a:pt x="0" y="108"/>
                    <a:pt x="0" y="108"/>
                    <a:pt x="0" y="108"/>
                  </a:cubicBezTo>
                  <a:lnTo>
                    <a:pt x="0" y="5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600" bIns="396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335" name="CustomShape 8"/>
            <p:cNvSpPr/>
            <p:nvPr/>
          </p:nvSpPr>
          <p:spPr>
            <a:xfrm>
              <a:off x="778680" y="4708440"/>
              <a:ext cx="74160" cy="83880"/>
            </a:xfrm>
            <a:custGeom>
              <a:avLst/>
              <a:gdLst>
                <a:gd name="textAreaLeft" fmla="*/ 0 w 74160"/>
                <a:gd name="textAreaRight" fmla="*/ 76320 w 74160"/>
                <a:gd name="textAreaTop" fmla="*/ 0 h 83880"/>
                <a:gd name="textAreaBottom" fmla="*/ 86040 h 83880"/>
              </a:gdLst>
              <a:ahLst/>
              <a:rect l="textAreaLeft" t="textAreaTop" r="textAreaRight" b="textAreaBottom"/>
              <a:pathLst>
                <a:path w="98" h="110">
                  <a:moveTo>
                    <a:pt x="50" y="110"/>
                  </a:moveTo>
                  <a:cubicBezTo>
                    <a:pt x="19" y="110"/>
                    <a:pt x="0" y="90"/>
                    <a:pt x="0" y="55"/>
                  </a:cubicBezTo>
                  <a:cubicBezTo>
                    <a:pt x="0" y="20"/>
                    <a:pt x="19" y="0"/>
                    <a:pt x="49" y="0"/>
                  </a:cubicBezTo>
                  <a:cubicBezTo>
                    <a:pt x="80" y="0"/>
                    <a:pt x="98" y="20"/>
                    <a:pt x="98" y="54"/>
                  </a:cubicBezTo>
                  <a:cubicBezTo>
                    <a:pt x="98" y="56"/>
                    <a:pt x="97" y="57"/>
                    <a:pt x="97" y="59"/>
                  </a:cubicBezTo>
                  <a:cubicBezTo>
                    <a:pt x="27" y="59"/>
                    <a:pt x="27" y="59"/>
                    <a:pt x="27" y="59"/>
                  </a:cubicBezTo>
                  <a:cubicBezTo>
                    <a:pt x="28" y="79"/>
                    <a:pt x="36" y="89"/>
                    <a:pt x="52" y="89"/>
                  </a:cubicBezTo>
                  <a:cubicBezTo>
                    <a:pt x="63" y="89"/>
                    <a:pt x="70" y="85"/>
                    <a:pt x="76" y="76"/>
                  </a:cubicBezTo>
                  <a:cubicBezTo>
                    <a:pt x="96" y="87"/>
                    <a:pt x="96" y="87"/>
                    <a:pt x="96" y="87"/>
                  </a:cubicBezTo>
                  <a:cubicBezTo>
                    <a:pt x="87" y="102"/>
                    <a:pt x="71" y="110"/>
                    <a:pt x="50" y="110"/>
                  </a:cubicBezTo>
                  <a:close/>
                  <a:moveTo>
                    <a:pt x="70" y="41"/>
                  </a:moveTo>
                  <a:cubicBezTo>
                    <a:pt x="70" y="27"/>
                    <a:pt x="62" y="19"/>
                    <a:pt x="49" y="19"/>
                  </a:cubicBezTo>
                  <a:cubicBezTo>
                    <a:pt x="37" y="19"/>
                    <a:pt x="29" y="27"/>
                    <a:pt x="28" y="41"/>
                  </a:cubicBezTo>
                  <a:lnTo>
                    <a:pt x="70" y="41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1040" bIns="4104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336" name="CustomShape 9"/>
            <p:cNvSpPr/>
            <p:nvPr/>
          </p:nvSpPr>
          <p:spPr>
            <a:xfrm>
              <a:off x="347040" y="4708440"/>
              <a:ext cx="79200" cy="83880"/>
            </a:xfrm>
            <a:custGeom>
              <a:avLst/>
              <a:gdLst>
                <a:gd name="textAreaLeft" fmla="*/ 0 w 79200"/>
                <a:gd name="textAreaRight" fmla="*/ 81360 w 79200"/>
                <a:gd name="textAreaTop" fmla="*/ 0 h 83880"/>
                <a:gd name="textAreaBottom" fmla="*/ 86040 h 83880"/>
              </a:gdLst>
              <a:ahLst/>
              <a:rect l="textAreaLeft" t="textAreaTop" r="textAreaRight" b="textAreaBottom"/>
              <a:pathLst>
                <a:path w="104" h="111">
                  <a:moveTo>
                    <a:pt x="52" y="111"/>
                  </a:moveTo>
                  <a:cubicBezTo>
                    <a:pt x="25" y="111"/>
                    <a:pt x="0" y="93"/>
                    <a:pt x="0" y="55"/>
                  </a:cubicBezTo>
                  <a:cubicBezTo>
                    <a:pt x="0" y="17"/>
                    <a:pt x="25" y="0"/>
                    <a:pt x="52" y="0"/>
                  </a:cubicBezTo>
                  <a:cubicBezTo>
                    <a:pt x="79" y="0"/>
                    <a:pt x="104" y="17"/>
                    <a:pt x="104" y="55"/>
                  </a:cubicBezTo>
                  <a:cubicBezTo>
                    <a:pt x="104" y="93"/>
                    <a:pt x="79" y="111"/>
                    <a:pt x="52" y="111"/>
                  </a:cubicBezTo>
                  <a:close/>
                  <a:moveTo>
                    <a:pt x="52" y="23"/>
                  </a:moveTo>
                  <a:cubicBezTo>
                    <a:pt x="31" y="23"/>
                    <a:pt x="28" y="42"/>
                    <a:pt x="28" y="55"/>
                  </a:cubicBezTo>
                  <a:cubicBezTo>
                    <a:pt x="28" y="69"/>
                    <a:pt x="31" y="87"/>
                    <a:pt x="52" y="87"/>
                  </a:cubicBezTo>
                  <a:cubicBezTo>
                    <a:pt x="73" y="87"/>
                    <a:pt x="77" y="69"/>
                    <a:pt x="77" y="55"/>
                  </a:cubicBezTo>
                  <a:cubicBezTo>
                    <a:pt x="77" y="42"/>
                    <a:pt x="73" y="23"/>
                    <a:pt x="52" y="23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1040" bIns="4104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337" name="CustomShape 10"/>
            <p:cNvSpPr/>
            <p:nvPr/>
          </p:nvSpPr>
          <p:spPr>
            <a:xfrm>
              <a:off x="446760" y="4708440"/>
              <a:ext cx="42480" cy="82440"/>
            </a:xfrm>
            <a:custGeom>
              <a:avLst/>
              <a:gdLst>
                <a:gd name="textAreaLeft" fmla="*/ 0 w 42480"/>
                <a:gd name="textAreaRight" fmla="*/ 44640 w 42480"/>
                <a:gd name="textAreaTop" fmla="*/ 0 h 82440"/>
                <a:gd name="textAreaBottom" fmla="*/ 84600 h 82440"/>
              </a:gdLst>
              <a:ahLst/>
              <a:rect l="textAreaLeft" t="textAreaTop" r="textAreaRight" b="textAreaBottom"/>
              <a:pathLst>
                <a:path w="59" h="108">
                  <a:moveTo>
                    <a:pt x="0" y="3"/>
                  </a:moveTo>
                  <a:cubicBezTo>
                    <a:pt x="26" y="3"/>
                    <a:pt x="26" y="3"/>
                    <a:pt x="26" y="3"/>
                  </a:cubicBezTo>
                  <a:cubicBezTo>
                    <a:pt x="26" y="15"/>
                    <a:pt x="26" y="15"/>
                    <a:pt x="26" y="15"/>
                  </a:cubicBezTo>
                  <a:cubicBezTo>
                    <a:pt x="31" y="8"/>
                    <a:pt x="44" y="0"/>
                    <a:pt x="55" y="0"/>
                  </a:cubicBezTo>
                  <a:cubicBezTo>
                    <a:pt x="57" y="0"/>
                    <a:pt x="58" y="0"/>
                    <a:pt x="59" y="1"/>
                  </a:cubicBezTo>
                  <a:cubicBezTo>
                    <a:pt x="59" y="27"/>
                    <a:pt x="59" y="27"/>
                    <a:pt x="59" y="27"/>
                  </a:cubicBezTo>
                  <a:cubicBezTo>
                    <a:pt x="59" y="27"/>
                    <a:pt x="58" y="27"/>
                    <a:pt x="58" y="27"/>
                  </a:cubicBezTo>
                  <a:cubicBezTo>
                    <a:pt x="46" y="27"/>
                    <a:pt x="32" y="28"/>
                    <a:pt x="28" y="38"/>
                  </a:cubicBezTo>
                  <a:cubicBezTo>
                    <a:pt x="28" y="108"/>
                    <a:pt x="28" y="108"/>
                    <a:pt x="28" y="108"/>
                  </a:cubicBezTo>
                  <a:cubicBezTo>
                    <a:pt x="0" y="108"/>
                    <a:pt x="0" y="108"/>
                    <a:pt x="0" y="108"/>
                  </a:cubicBezTo>
                  <a:lnTo>
                    <a:pt x="0" y="3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600" bIns="396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338" name="CustomShape 11"/>
            <p:cNvSpPr/>
            <p:nvPr/>
          </p:nvSpPr>
          <p:spPr>
            <a:xfrm>
              <a:off x="685080" y="4708440"/>
              <a:ext cx="74160" cy="115560"/>
            </a:xfrm>
            <a:custGeom>
              <a:avLst/>
              <a:gdLst>
                <a:gd name="textAreaLeft" fmla="*/ 0 w 74160"/>
                <a:gd name="textAreaRight" fmla="*/ 76320 w 74160"/>
                <a:gd name="textAreaTop" fmla="*/ 0 h 115560"/>
                <a:gd name="textAreaBottom" fmla="*/ 117720 h 115560"/>
              </a:gdLst>
              <a:ahLst/>
              <a:rect l="textAreaLeft" t="textAreaTop" r="textAreaRight" b="textAreaBottom"/>
              <a:pathLst>
                <a:path w="98" h="149">
                  <a:moveTo>
                    <a:pt x="49" y="85"/>
                  </a:moveTo>
                  <a:cubicBezTo>
                    <a:pt x="70" y="85"/>
                    <a:pt x="72" y="64"/>
                    <a:pt x="72" y="50"/>
                  </a:cubicBezTo>
                  <a:cubicBezTo>
                    <a:pt x="72" y="33"/>
                    <a:pt x="64" y="20"/>
                    <a:pt x="49" y="20"/>
                  </a:cubicBezTo>
                  <a:cubicBezTo>
                    <a:pt x="39" y="20"/>
                    <a:pt x="28" y="27"/>
                    <a:pt x="28" y="51"/>
                  </a:cubicBezTo>
                  <a:cubicBezTo>
                    <a:pt x="28" y="64"/>
                    <a:pt x="29" y="85"/>
                    <a:pt x="49" y="85"/>
                  </a:cubicBezTo>
                  <a:close/>
                  <a:moveTo>
                    <a:pt x="98" y="2"/>
                  </a:moveTo>
                  <a:cubicBezTo>
                    <a:pt x="98" y="102"/>
                    <a:pt x="98" y="102"/>
                    <a:pt x="98" y="102"/>
                  </a:cubicBezTo>
                  <a:cubicBezTo>
                    <a:pt x="98" y="119"/>
                    <a:pt x="97" y="148"/>
                    <a:pt x="47" y="149"/>
                  </a:cubicBezTo>
                  <a:cubicBezTo>
                    <a:pt x="26" y="149"/>
                    <a:pt x="7" y="141"/>
                    <a:pt x="3" y="123"/>
                  </a:cubicBezTo>
                  <a:cubicBezTo>
                    <a:pt x="30" y="118"/>
                    <a:pt x="30" y="118"/>
                    <a:pt x="30" y="118"/>
                  </a:cubicBezTo>
                  <a:cubicBezTo>
                    <a:pt x="32" y="123"/>
                    <a:pt x="35" y="128"/>
                    <a:pt x="50" y="128"/>
                  </a:cubicBezTo>
                  <a:cubicBezTo>
                    <a:pt x="65" y="128"/>
                    <a:pt x="72" y="122"/>
                    <a:pt x="72" y="105"/>
                  </a:cubicBezTo>
                  <a:cubicBezTo>
                    <a:pt x="72" y="93"/>
                    <a:pt x="72" y="93"/>
                    <a:pt x="72" y="93"/>
                  </a:cubicBezTo>
                  <a:cubicBezTo>
                    <a:pt x="71" y="92"/>
                    <a:pt x="71" y="92"/>
                    <a:pt x="71" y="92"/>
                  </a:cubicBezTo>
                  <a:cubicBezTo>
                    <a:pt x="67" y="100"/>
                    <a:pt x="60" y="108"/>
                    <a:pt x="44" y="108"/>
                  </a:cubicBezTo>
                  <a:cubicBezTo>
                    <a:pt x="19" y="108"/>
                    <a:pt x="0" y="91"/>
                    <a:pt x="0" y="55"/>
                  </a:cubicBezTo>
                  <a:cubicBezTo>
                    <a:pt x="0" y="20"/>
                    <a:pt x="20" y="0"/>
                    <a:pt x="42" y="0"/>
                  </a:cubicBezTo>
                  <a:cubicBezTo>
                    <a:pt x="63" y="0"/>
                    <a:pt x="71" y="10"/>
                    <a:pt x="73" y="15"/>
                  </a:cubicBezTo>
                  <a:cubicBezTo>
                    <a:pt x="73" y="15"/>
                    <a:pt x="73" y="15"/>
                    <a:pt x="73" y="15"/>
                  </a:cubicBezTo>
                  <a:cubicBezTo>
                    <a:pt x="75" y="2"/>
                    <a:pt x="75" y="2"/>
                    <a:pt x="75" y="2"/>
                  </a:cubicBezTo>
                  <a:lnTo>
                    <a:pt x="98" y="2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339" name="CustomShape 12"/>
            <p:cNvSpPr/>
            <p:nvPr/>
          </p:nvSpPr>
          <p:spPr>
            <a:xfrm>
              <a:off x="843840" y="4678200"/>
              <a:ext cx="53640" cy="21960"/>
            </a:xfrm>
            <a:custGeom>
              <a:avLst/>
              <a:gdLst>
                <a:gd name="textAreaLeft" fmla="*/ 0 w 53640"/>
                <a:gd name="textAreaRight" fmla="*/ 55800 w 53640"/>
                <a:gd name="textAreaTop" fmla="*/ 0 h 21960"/>
                <a:gd name="textAreaBottom" fmla="*/ 24120 h 21960"/>
              </a:gdLst>
              <a:ahLst/>
              <a:rect l="textAreaLeft" t="textAreaTop" r="textAreaRight" b="textAreaBottom"/>
              <a:pathLst>
                <a:path w="37" h="17">
                  <a:moveTo>
                    <a:pt x="14" y="2"/>
                  </a:moveTo>
                  <a:lnTo>
                    <a:pt x="9" y="2"/>
                  </a:lnTo>
                  <a:lnTo>
                    <a:pt x="9" y="17"/>
                  </a:lnTo>
                  <a:lnTo>
                    <a:pt x="6" y="17"/>
                  </a:lnTo>
                  <a:lnTo>
                    <a:pt x="6" y="2"/>
                  </a:lnTo>
                  <a:lnTo>
                    <a:pt x="0" y="2"/>
                  </a:lnTo>
                  <a:lnTo>
                    <a:pt x="0" y="0"/>
                  </a:lnTo>
                  <a:lnTo>
                    <a:pt x="14" y="0"/>
                  </a:lnTo>
                  <a:lnTo>
                    <a:pt x="14" y="2"/>
                  </a:lnTo>
                  <a:close/>
                  <a:moveTo>
                    <a:pt x="37" y="17"/>
                  </a:moveTo>
                  <a:lnTo>
                    <a:pt x="34" y="17"/>
                  </a:lnTo>
                  <a:lnTo>
                    <a:pt x="34" y="2"/>
                  </a:lnTo>
                  <a:lnTo>
                    <a:pt x="34" y="2"/>
                  </a:lnTo>
                  <a:lnTo>
                    <a:pt x="29" y="17"/>
                  </a:lnTo>
                  <a:lnTo>
                    <a:pt x="27" y="17"/>
                  </a:lnTo>
                  <a:lnTo>
                    <a:pt x="21" y="2"/>
                  </a:lnTo>
                  <a:lnTo>
                    <a:pt x="20" y="2"/>
                  </a:lnTo>
                  <a:lnTo>
                    <a:pt x="20" y="17"/>
                  </a:lnTo>
                  <a:lnTo>
                    <a:pt x="18" y="17"/>
                  </a:lnTo>
                  <a:lnTo>
                    <a:pt x="18" y="0"/>
                  </a:lnTo>
                  <a:lnTo>
                    <a:pt x="22" y="0"/>
                  </a:lnTo>
                  <a:lnTo>
                    <a:pt x="28" y="13"/>
                  </a:lnTo>
                  <a:lnTo>
                    <a:pt x="33" y="0"/>
                  </a:lnTo>
                  <a:lnTo>
                    <a:pt x="37" y="0"/>
                  </a:lnTo>
                  <a:lnTo>
                    <a:pt x="37" y="17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20880" bIns="-2088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</p:grpSp>
      <p:sp>
        <p:nvSpPr>
          <p:cNvPr id="34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888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33" r:id="rId2"/>
  </p:sldLayoutIdLst>
</p:sldMaster>
</file>

<file path=ppt/slideMasters/slideMaster4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CustomShape 1" hidden="1"/>
          <p:cNvSpPr/>
          <p:nvPr/>
        </p:nvSpPr>
        <p:spPr>
          <a:xfrm>
            <a:off x="314280" y="4535640"/>
            <a:ext cx="270000" cy="32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00" rIns="0" tIns="0" bIns="0" anchor="b">
            <a:normAutofit/>
          </a:bodyPr>
          <a:p>
            <a:pPr>
              <a:lnSpc>
                <a:spcPct val="85000"/>
              </a:lnSpc>
              <a:spcAft>
                <a:spcPts val="1199"/>
              </a:spcAft>
            </a:pPr>
            <a:fld id="{61DA4BBB-247B-4484-9274-ADB22EC38DA1}" type="slidenum">
              <a:rPr b="0" lang="fr-FR" sz="800" spc="-1" strike="noStrike">
                <a:solidFill>
                  <a:srgbClr val="000000"/>
                </a:solidFill>
                <a:latin typeface="Helvetica 75 Bold"/>
                <a:ea typeface="DejaVu Sans"/>
              </a:rPr>
              <a:t>&lt;number&gt;</a:t>
            </a:fld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345" name="Group 4"/>
          <p:cNvGrpSpPr/>
          <p:nvPr/>
        </p:nvGrpSpPr>
        <p:grpSpPr>
          <a:xfrm>
            <a:off x="313560" y="4233960"/>
            <a:ext cx="607680" cy="607680"/>
            <a:chOff x="313560" y="4233960"/>
            <a:chExt cx="607680" cy="607680"/>
          </a:xfrm>
        </p:grpSpPr>
        <p:sp>
          <p:nvSpPr>
            <p:cNvPr id="346" name="CustomShape 5"/>
            <p:cNvSpPr/>
            <p:nvPr/>
          </p:nvSpPr>
          <p:spPr>
            <a:xfrm>
              <a:off x="313560" y="4233960"/>
              <a:ext cx="607680" cy="607680"/>
            </a:xfrm>
            <a:prstGeom prst="rect">
              <a:avLst/>
            </a:prstGeom>
            <a:solidFill>
              <a:srgbClr val="ff79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347" name="CustomShape 6"/>
            <p:cNvSpPr/>
            <p:nvPr/>
          </p:nvSpPr>
          <p:spPr>
            <a:xfrm>
              <a:off x="500760" y="4708440"/>
              <a:ext cx="69480" cy="82440"/>
            </a:xfrm>
            <a:custGeom>
              <a:avLst/>
              <a:gdLst>
                <a:gd name="textAreaLeft" fmla="*/ 0 w 69480"/>
                <a:gd name="textAreaRight" fmla="*/ 71640 w 69480"/>
                <a:gd name="textAreaTop" fmla="*/ 0 h 82440"/>
                <a:gd name="textAreaBottom" fmla="*/ 84600 h 82440"/>
              </a:gdLst>
              <a:ahLst/>
              <a:rect l="textAreaLeft" t="textAreaTop" r="textAreaRight" b="textAreaBottom"/>
              <a:pathLst>
                <a:path w="93" h="109">
                  <a:moveTo>
                    <a:pt x="66" y="99"/>
                  </a:moveTo>
                  <a:cubicBezTo>
                    <a:pt x="55" y="106"/>
                    <a:pt x="43" y="109"/>
                    <a:pt x="31" y="109"/>
                  </a:cubicBezTo>
                  <a:cubicBezTo>
                    <a:pt x="11" y="109"/>
                    <a:pt x="0" y="96"/>
                    <a:pt x="0" y="79"/>
                  </a:cubicBezTo>
                  <a:cubicBezTo>
                    <a:pt x="0" y="55"/>
                    <a:pt x="21" y="42"/>
                    <a:pt x="66" y="37"/>
                  </a:cubicBezTo>
                  <a:cubicBezTo>
                    <a:pt x="66" y="32"/>
                    <a:pt x="66" y="32"/>
                    <a:pt x="66" y="32"/>
                  </a:cubicBezTo>
                  <a:cubicBezTo>
                    <a:pt x="66" y="24"/>
                    <a:pt x="60" y="19"/>
                    <a:pt x="49" y="19"/>
                  </a:cubicBezTo>
                  <a:cubicBezTo>
                    <a:pt x="39" y="19"/>
                    <a:pt x="30" y="24"/>
                    <a:pt x="24" y="32"/>
                  </a:cubicBezTo>
                  <a:cubicBezTo>
                    <a:pt x="5" y="21"/>
                    <a:pt x="5" y="21"/>
                    <a:pt x="5" y="21"/>
                  </a:cubicBezTo>
                  <a:cubicBezTo>
                    <a:pt x="15" y="7"/>
                    <a:pt x="30" y="0"/>
                    <a:pt x="50" y="0"/>
                  </a:cubicBezTo>
                  <a:cubicBezTo>
                    <a:pt x="77" y="0"/>
                    <a:pt x="93" y="12"/>
                    <a:pt x="93" y="32"/>
                  </a:cubicBezTo>
                  <a:cubicBezTo>
                    <a:pt x="93" y="32"/>
                    <a:pt x="93" y="108"/>
                    <a:pt x="93" y="108"/>
                  </a:cubicBezTo>
                  <a:cubicBezTo>
                    <a:pt x="68" y="108"/>
                    <a:pt x="68" y="108"/>
                    <a:pt x="68" y="108"/>
                  </a:cubicBezTo>
                  <a:lnTo>
                    <a:pt x="66" y="99"/>
                  </a:lnTo>
                  <a:close/>
                  <a:moveTo>
                    <a:pt x="27" y="77"/>
                  </a:moveTo>
                  <a:cubicBezTo>
                    <a:pt x="27" y="84"/>
                    <a:pt x="31" y="90"/>
                    <a:pt x="39" y="90"/>
                  </a:cubicBezTo>
                  <a:cubicBezTo>
                    <a:pt x="48" y="90"/>
                    <a:pt x="57" y="87"/>
                    <a:pt x="65" y="79"/>
                  </a:cubicBezTo>
                  <a:cubicBezTo>
                    <a:pt x="65" y="54"/>
                    <a:pt x="65" y="54"/>
                    <a:pt x="65" y="54"/>
                  </a:cubicBezTo>
                  <a:cubicBezTo>
                    <a:pt x="39" y="57"/>
                    <a:pt x="27" y="64"/>
                    <a:pt x="27" y="77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600" bIns="396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348" name="CustomShape 7"/>
            <p:cNvSpPr/>
            <p:nvPr/>
          </p:nvSpPr>
          <p:spPr>
            <a:xfrm>
              <a:off x="592920" y="4708440"/>
              <a:ext cx="71280" cy="82440"/>
            </a:xfrm>
            <a:custGeom>
              <a:avLst/>
              <a:gdLst>
                <a:gd name="textAreaLeft" fmla="*/ 0 w 71280"/>
                <a:gd name="textAreaRight" fmla="*/ 73440 w 71280"/>
                <a:gd name="textAreaTop" fmla="*/ 0 h 82440"/>
                <a:gd name="textAreaBottom" fmla="*/ 84600 h 82440"/>
              </a:gdLst>
              <a:ahLst/>
              <a:rect l="textAreaLeft" t="textAreaTop" r="textAreaRight" b="textAreaBottom"/>
              <a:pathLst>
                <a:path w="94" h="108">
                  <a:moveTo>
                    <a:pt x="0" y="5"/>
                  </a:moveTo>
                  <a:cubicBezTo>
                    <a:pt x="23" y="2"/>
                    <a:pt x="23" y="2"/>
                    <a:pt x="23" y="2"/>
                  </a:cubicBezTo>
                  <a:cubicBezTo>
                    <a:pt x="25" y="15"/>
                    <a:pt x="25" y="15"/>
                    <a:pt x="25" y="15"/>
                  </a:cubicBezTo>
                  <a:cubicBezTo>
                    <a:pt x="38" y="5"/>
                    <a:pt x="48" y="0"/>
                    <a:pt x="61" y="0"/>
                  </a:cubicBezTo>
                  <a:cubicBezTo>
                    <a:pt x="83" y="0"/>
                    <a:pt x="94" y="12"/>
                    <a:pt x="94" y="34"/>
                  </a:cubicBezTo>
                  <a:cubicBezTo>
                    <a:pt x="94" y="108"/>
                    <a:pt x="94" y="108"/>
                    <a:pt x="94" y="108"/>
                  </a:cubicBezTo>
                  <a:cubicBezTo>
                    <a:pt x="66" y="108"/>
                    <a:pt x="66" y="108"/>
                    <a:pt x="66" y="108"/>
                  </a:cubicBezTo>
                  <a:cubicBezTo>
                    <a:pt x="66" y="39"/>
                    <a:pt x="66" y="39"/>
                    <a:pt x="66" y="39"/>
                  </a:cubicBezTo>
                  <a:cubicBezTo>
                    <a:pt x="66" y="26"/>
                    <a:pt x="63" y="21"/>
                    <a:pt x="53" y="21"/>
                  </a:cubicBezTo>
                  <a:cubicBezTo>
                    <a:pt x="45" y="21"/>
                    <a:pt x="36" y="24"/>
                    <a:pt x="27" y="32"/>
                  </a:cubicBezTo>
                  <a:cubicBezTo>
                    <a:pt x="27" y="108"/>
                    <a:pt x="27" y="108"/>
                    <a:pt x="27" y="108"/>
                  </a:cubicBezTo>
                  <a:cubicBezTo>
                    <a:pt x="0" y="108"/>
                    <a:pt x="0" y="108"/>
                    <a:pt x="0" y="108"/>
                  </a:cubicBezTo>
                  <a:lnTo>
                    <a:pt x="0" y="5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600" bIns="396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349" name="CustomShape 8"/>
            <p:cNvSpPr/>
            <p:nvPr/>
          </p:nvSpPr>
          <p:spPr>
            <a:xfrm>
              <a:off x="778680" y="4708440"/>
              <a:ext cx="74160" cy="83880"/>
            </a:xfrm>
            <a:custGeom>
              <a:avLst/>
              <a:gdLst>
                <a:gd name="textAreaLeft" fmla="*/ 0 w 74160"/>
                <a:gd name="textAreaRight" fmla="*/ 76320 w 74160"/>
                <a:gd name="textAreaTop" fmla="*/ 0 h 83880"/>
                <a:gd name="textAreaBottom" fmla="*/ 86040 h 83880"/>
              </a:gdLst>
              <a:ahLst/>
              <a:rect l="textAreaLeft" t="textAreaTop" r="textAreaRight" b="textAreaBottom"/>
              <a:pathLst>
                <a:path w="98" h="110">
                  <a:moveTo>
                    <a:pt x="50" y="110"/>
                  </a:moveTo>
                  <a:cubicBezTo>
                    <a:pt x="19" y="110"/>
                    <a:pt x="0" y="90"/>
                    <a:pt x="0" y="55"/>
                  </a:cubicBezTo>
                  <a:cubicBezTo>
                    <a:pt x="0" y="20"/>
                    <a:pt x="19" y="0"/>
                    <a:pt x="49" y="0"/>
                  </a:cubicBezTo>
                  <a:cubicBezTo>
                    <a:pt x="80" y="0"/>
                    <a:pt x="98" y="20"/>
                    <a:pt x="98" y="54"/>
                  </a:cubicBezTo>
                  <a:cubicBezTo>
                    <a:pt x="98" y="56"/>
                    <a:pt x="97" y="57"/>
                    <a:pt x="97" y="59"/>
                  </a:cubicBezTo>
                  <a:cubicBezTo>
                    <a:pt x="27" y="59"/>
                    <a:pt x="27" y="59"/>
                    <a:pt x="27" y="59"/>
                  </a:cubicBezTo>
                  <a:cubicBezTo>
                    <a:pt x="28" y="79"/>
                    <a:pt x="36" y="89"/>
                    <a:pt x="52" y="89"/>
                  </a:cubicBezTo>
                  <a:cubicBezTo>
                    <a:pt x="63" y="89"/>
                    <a:pt x="70" y="85"/>
                    <a:pt x="76" y="76"/>
                  </a:cubicBezTo>
                  <a:cubicBezTo>
                    <a:pt x="96" y="87"/>
                    <a:pt x="96" y="87"/>
                    <a:pt x="96" y="87"/>
                  </a:cubicBezTo>
                  <a:cubicBezTo>
                    <a:pt x="87" y="102"/>
                    <a:pt x="71" y="110"/>
                    <a:pt x="50" y="110"/>
                  </a:cubicBezTo>
                  <a:close/>
                  <a:moveTo>
                    <a:pt x="70" y="41"/>
                  </a:moveTo>
                  <a:cubicBezTo>
                    <a:pt x="70" y="27"/>
                    <a:pt x="62" y="19"/>
                    <a:pt x="49" y="19"/>
                  </a:cubicBezTo>
                  <a:cubicBezTo>
                    <a:pt x="37" y="19"/>
                    <a:pt x="29" y="27"/>
                    <a:pt x="28" y="41"/>
                  </a:cubicBezTo>
                  <a:lnTo>
                    <a:pt x="70" y="41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1040" bIns="4104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350" name="CustomShape 9"/>
            <p:cNvSpPr/>
            <p:nvPr/>
          </p:nvSpPr>
          <p:spPr>
            <a:xfrm>
              <a:off x="347040" y="4708440"/>
              <a:ext cx="79200" cy="83880"/>
            </a:xfrm>
            <a:custGeom>
              <a:avLst/>
              <a:gdLst>
                <a:gd name="textAreaLeft" fmla="*/ 0 w 79200"/>
                <a:gd name="textAreaRight" fmla="*/ 81360 w 79200"/>
                <a:gd name="textAreaTop" fmla="*/ 0 h 83880"/>
                <a:gd name="textAreaBottom" fmla="*/ 86040 h 83880"/>
              </a:gdLst>
              <a:ahLst/>
              <a:rect l="textAreaLeft" t="textAreaTop" r="textAreaRight" b="textAreaBottom"/>
              <a:pathLst>
                <a:path w="104" h="111">
                  <a:moveTo>
                    <a:pt x="52" y="111"/>
                  </a:moveTo>
                  <a:cubicBezTo>
                    <a:pt x="25" y="111"/>
                    <a:pt x="0" y="93"/>
                    <a:pt x="0" y="55"/>
                  </a:cubicBezTo>
                  <a:cubicBezTo>
                    <a:pt x="0" y="17"/>
                    <a:pt x="25" y="0"/>
                    <a:pt x="52" y="0"/>
                  </a:cubicBezTo>
                  <a:cubicBezTo>
                    <a:pt x="79" y="0"/>
                    <a:pt x="104" y="17"/>
                    <a:pt x="104" y="55"/>
                  </a:cubicBezTo>
                  <a:cubicBezTo>
                    <a:pt x="104" y="93"/>
                    <a:pt x="79" y="111"/>
                    <a:pt x="52" y="111"/>
                  </a:cubicBezTo>
                  <a:close/>
                  <a:moveTo>
                    <a:pt x="52" y="23"/>
                  </a:moveTo>
                  <a:cubicBezTo>
                    <a:pt x="31" y="23"/>
                    <a:pt x="28" y="42"/>
                    <a:pt x="28" y="55"/>
                  </a:cubicBezTo>
                  <a:cubicBezTo>
                    <a:pt x="28" y="69"/>
                    <a:pt x="31" y="87"/>
                    <a:pt x="52" y="87"/>
                  </a:cubicBezTo>
                  <a:cubicBezTo>
                    <a:pt x="73" y="87"/>
                    <a:pt x="77" y="69"/>
                    <a:pt x="77" y="55"/>
                  </a:cubicBezTo>
                  <a:cubicBezTo>
                    <a:pt x="77" y="42"/>
                    <a:pt x="73" y="23"/>
                    <a:pt x="52" y="23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1040" bIns="4104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351" name="CustomShape 10"/>
            <p:cNvSpPr/>
            <p:nvPr/>
          </p:nvSpPr>
          <p:spPr>
            <a:xfrm>
              <a:off x="446760" y="4708440"/>
              <a:ext cx="42480" cy="82440"/>
            </a:xfrm>
            <a:custGeom>
              <a:avLst/>
              <a:gdLst>
                <a:gd name="textAreaLeft" fmla="*/ 0 w 42480"/>
                <a:gd name="textAreaRight" fmla="*/ 44640 w 42480"/>
                <a:gd name="textAreaTop" fmla="*/ 0 h 82440"/>
                <a:gd name="textAreaBottom" fmla="*/ 84600 h 82440"/>
              </a:gdLst>
              <a:ahLst/>
              <a:rect l="textAreaLeft" t="textAreaTop" r="textAreaRight" b="textAreaBottom"/>
              <a:pathLst>
                <a:path w="59" h="108">
                  <a:moveTo>
                    <a:pt x="0" y="3"/>
                  </a:moveTo>
                  <a:cubicBezTo>
                    <a:pt x="26" y="3"/>
                    <a:pt x="26" y="3"/>
                    <a:pt x="26" y="3"/>
                  </a:cubicBezTo>
                  <a:cubicBezTo>
                    <a:pt x="26" y="15"/>
                    <a:pt x="26" y="15"/>
                    <a:pt x="26" y="15"/>
                  </a:cubicBezTo>
                  <a:cubicBezTo>
                    <a:pt x="31" y="8"/>
                    <a:pt x="44" y="0"/>
                    <a:pt x="55" y="0"/>
                  </a:cubicBezTo>
                  <a:cubicBezTo>
                    <a:pt x="57" y="0"/>
                    <a:pt x="58" y="0"/>
                    <a:pt x="59" y="1"/>
                  </a:cubicBezTo>
                  <a:cubicBezTo>
                    <a:pt x="59" y="27"/>
                    <a:pt x="59" y="27"/>
                    <a:pt x="59" y="27"/>
                  </a:cubicBezTo>
                  <a:cubicBezTo>
                    <a:pt x="59" y="27"/>
                    <a:pt x="58" y="27"/>
                    <a:pt x="58" y="27"/>
                  </a:cubicBezTo>
                  <a:cubicBezTo>
                    <a:pt x="46" y="27"/>
                    <a:pt x="32" y="28"/>
                    <a:pt x="28" y="38"/>
                  </a:cubicBezTo>
                  <a:cubicBezTo>
                    <a:pt x="28" y="108"/>
                    <a:pt x="28" y="108"/>
                    <a:pt x="28" y="108"/>
                  </a:cubicBezTo>
                  <a:cubicBezTo>
                    <a:pt x="0" y="108"/>
                    <a:pt x="0" y="108"/>
                    <a:pt x="0" y="108"/>
                  </a:cubicBezTo>
                  <a:lnTo>
                    <a:pt x="0" y="3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600" bIns="396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352" name="CustomShape 11"/>
            <p:cNvSpPr/>
            <p:nvPr/>
          </p:nvSpPr>
          <p:spPr>
            <a:xfrm>
              <a:off x="685080" y="4708440"/>
              <a:ext cx="74160" cy="115560"/>
            </a:xfrm>
            <a:custGeom>
              <a:avLst/>
              <a:gdLst>
                <a:gd name="textAreaLeft" fmla="*/ 0 w 74160"/>
                <a:gd name="textAreaRight" fmla="*/ 76320 w 74160"/>
                <a:gd name="textAreaTop" fmla="*/ 0 h 115560"/>
                <a:gd name="textAreaBottom" fmla="*/ 117720 h 115560"/>
              </a:gdLst>
              <a:ahLst/>
              <a:rect l="textAreaLeft" t="textAreaTop" r="textAreaRight" b="textAreaBottom"/>
              <a:pathLst>
                <a:path w="98" h="149">
                  <a:moveTo>
                    <a:pt x="49" y="85"/>
                  </a:moveTo>
                  <a:cubicBezTo>
                    <a:pt x="70" y="85"/>
                    <a:pt x="72" y="64"/>
                    <a:pt x="72" y="50"/>
                  </a:cubicBezTo>
                  <a:cubicBezTo>
                    <a:pt x="72" y="33"/>
                    <a:pt x="64" y="20"/>
                    <a:pt x="49" y="20"/>
                  </a:cubicBezTo>
                  <a:cubicBezTo>
                    <a:pt x="39" y="20"/>
                    <a:pt x="28" y="27"/>
                    <a:pt x="28" y="51"/>
                  </a:cubicBezTo>
                  <a:cubicBezTo>
                    <a:pt x="28" y="64"/>
                    <a:pt x="29" y="85"/>
                    <a:pt x="49" y="85"/>
                  </a:cubicBezTo>
                  <a:close/>
                  <a:moveTo>
                    <a:pt x="98" y="2"/>
                  </a:moveTo>
                  <a:cubicBezTo>
                    <a:pt x="98" y="102"/>
                    <a:pt x="98" y="102"/>
                    <a:pt x="98" y="102"/>
                  </a:cubicBezTo>
                  <a:cubicBezTo>
                    <a:pt x="98" y="119"/>
                    <a:pt x="97" y="148"/>
                    <a:pt x="47" y="149"/>
                  </a:cubicBezTo>
                  <a:cubicBezTo>
                    <a:pt x="26" y="149"/>
                    <a:pt x="7" y="141"/>
                    <a:pt x="3" y="123"/>
                  </a:cubicBezTo>
                  <a:cubicBezTo>
                    <a:pt x="30" y="118"/>
                    <a:pt x="30" y="118"/>
                    <a:pt x="30" y="118"/>
                  </a:cubicBezTo>
                  <a:cubicBezTo>
                    <a:pt x="32" y="123"/>
                    <a:pt x="35" y="128"/>
                    <a:pt x="50" y="128"/>
                  </a:cubicBezTo>
                  <a:cubicBezTo>
                    <a:pt x="65" y="128"/>
                    <a:pt x="72" y="122"/>
                    <a:pt x="72" y="105"/>
                  </a:cubicBezTo>
                  <a:cubicBezTo>
                    <a:pt x="72" y="93"/>
                    <a:pt x="72" y="93"/>
                    <a:pt x="72" y="93"/>
                  </a:cubicBezTo>
                  <a:cubicBezTo>
                    <a:pt x="71" y="92"/>
                    <a:pt x="71" y="92"/>
                    <a:pt x="71" y="92"/>
                  </a:cubicBezTo>
                  <a:cubicBezTo>
                    <a:pt x="67" y="100"/>
                    <a:pt x="60" y="108"/>
                    <a:pt x="44" y="108"/>
                  </a:cubicBezTo>
                  <a:cubicBezTo>
                    <a:pt x="19" y="108"/>
                    <a:pt x="0" y="91"/>
                    <a:pt x="0" y="55"/>
                  </a:cubicBezTo>
                  <a:cubicBezTo>
                    <a:pt x="0" y="20"/>
                    <a:pt x="20" y="0"/>
                    <a:pt x="42" y="0"/>
                  </a:cubicBezTo>
                  <a:cubicBezTo>
                    <a:pt x="63" y="0"/>
                    <a:pt x="71" y="10"/>
                    <a:pt x="73" y="15"/>
                  </a:cubicBezTo>
                  <a:cubicBezTo>
                    <a:pt x="73" y="15"/>
                    <a:pt x="73" y="15"/>
                    <a:pt x="73" y="15"/>
                  </a:cubicBezTo>
                  <a:cubicBezTo>
                    <a:pt x="75" y="2"/>
                    <a:pt x="75" y="2"/>
                    <a:pt x="75" y="2"/>
                  </a:cubicBezTo>
                  <a:lnTo>
                    <a:pt x="98" y="2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353" name="CustomShape 12"/>
            <p:cNvSpPr/>
            <p:nvPr/>
          </p:nvSpPr>
          <p:spPr>
            <a:xfrm>
              <a:off x="843840" y="4678200"/>
              <a:ext cx="53640" cy="21960"/>
            </a:xfrm>
            <a:custGeom>
              <a:avLst/>
              <a:gdLst>
                <a:gd name="textAreaLeft" fmla="*/ 0 w 53640"/>
                <a:gd name="textAreaRight" fmla="*/ 55800 w 53640"/>
                <a:gd name="textAreaTop" fmla="*/ 0 h 21960"/>
                <a:gd name="textAreaBottom" fmla="*/ 24120 h 21960"/>
              </a:gdLst>
              <a:ahLst/>
              <a:rect l="textAreaLeft" t="textAreaTop" r="textAreaRight" b="textAreaBottom"/>
              <a:pathLst>
                <a:path w="37" h="17">
                  <a:moveTo>
                    <a:pt x="14" y="2"/>
                  </a:moveTo>
                  <a:lnTo>
                    <a:pt x="9" y="2"/>
                  </a:lnTo>
                  <a:lnTo>
                    <a:pt x="9" y="17"/>
                  </a:lnTo>
                  <a:lnTo>
                    <a:pt x="6" y="17"/>
                  </a:lnTo>
                  <a:lnTo>
                    <a:pt x="6" y="2"/>
                  </a:lnTo>
                  <a:lnTo>
                    <a:pt x="0" y="2"/>
                  </a:lnTo>
                  <a:lnTo>
                    <a:pt x="0" y="0"/>
                  </a:lnTo>
                  <a:lnTo>
                    <a:pt x="14" y="0"/>
                  </a:lnTo>
                  <a:lnTo>
                    <a:pt x="14" y="2"/>
                  </a:lnTo>
                  <a:close/>
                  <a:moveTo>
                    <a:pt x="37" y="17"/>
                  </a:moveTo>
                  <a:lnTo>
                    <a:pt x="34" y="17"/>
                  </a:lnTo>
                  <a:lnTo>
                    <a:pt x="34" y="2"/>
                  </a:lnTo>
                  <a:lnTo>
                    <a:pt x="34" y="2"/>
                  </a:lnTo>
                  <a:lnTo>
                    <a:pt x="29" y="17"/>
                  </a:lnTo>
                  <a:lnTo>
                    <a:pt x="27" y="17"/>
                  </a:lnTo>
                  <a:lnTo>
                    <a:pt x="21" y="2"/>
                  </a:lnTo>
                  <a:lnTo>
                    <a:pt x="20" y="2"/>
                  </a:lnTo>
                  <a:lnTo>
                    <a:pt x="20" y="17"/>
                  </a:lnTo>
                  <a:lnTo>
                    <a:pt x="18" y="17"/>
                  </a:lnTo>
                  <a:lnTo>
                    <a:pt x="18" y="0"/>
                  </a:lnTo>
                  <a:lnTo>
                    <a:pt x="22" y="0"/>
                  </a:lnTo>
                  <a:lnTo>
                    <a:pt x="28" y="13"/>
                  </a:lnTo>
                  <a:lnTo>
                    <a:pt x="33" y="0"/>
                  </a:lnTo>
                  <a:lnTo>
                    <a:pt x="37" y="0"/>
                  </a:lnTo>
                  <a:lnTo>
                    <a:pt x="37" y="17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20880" bIns="-2088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</p:grpSp>
      <p:sp>
        <p:nvSpPr>
          <p:cNvPr id="35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5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44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7222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6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44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7222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35" r:id="rId2"/>
  </p:sldLayoutIdLst>
</p:sldMaster>
</file>

<file path=ppt/slideMasters/slideMaster4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CustomShape 1" hidden="1"/>
          <p:cNvSpPr/>
          <p:nvPr/>
        </p:nvSpPr>
        <p:spPr>
          <a:xfrm>
            <a:off x="314280" y="4535640"/>
            <a:ext cx="270000" cy="32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00" rIns="0" tIns="0" bIns="0" anchor="b">
            <a:normAutofit/>
          </a:bodyPr>
          <a:p>
            <a:pPr>
              <a:lnSpc>
                <a:spcPct val="85000"/>
              </a:lnSpc>
              <a:spcAft>
                <a:spcPts val="1199"/>
              </a:spcAft>
            </a:pPr>
            <a:fld id="{C58182E0-93DB-42D6-AD86-CE22421CB0D5}" type="slidenum">
              <a:rPr b="0" lang="fr-FR" sz="800" spc="-1" strike="noStrike">
                <a:solidFill>
                  <a:srgbClr val="000000"/>
                </a:solidFill>
                <a:latin typeface="Helvetica 75 Bold"/>
                <a:ea typeface="DejaVu Sans"/>
              </a:rPr>
              <a:t>&lt;number&gt;</a:t>
            </a:fld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361" name="Group 4"/>
          <p:cNvGrpSpPr/>
          <p:nvPr/>
        </p:nvGrpSpPr>
        <p:grpSpPr>
          <a:xfrm>
            <a:off x="313560" y="4233960"/>
            <a:ext cx="607680" cy="607680"/>
            <a:chOff x="313560" y="4233960"/>
            <a:chExt cx="607680" cy="607680"/>
          </a:xfrm>
        </p:grpSpPr>
        <p:sp>
          <p:nvSpPr>
            <p:cNvPr id="362" name="CustomShape 5"/>
            <p:cNvSpPr/>
            <p:nvPr/>
          </p:nvSpPr>
          <p:spPr>
            <a:xfrm>
              <a:off x="313560" y="4233960"/>
              <a:ext cx="607680" cy="607680"/>
            </a:xfrm>
            <a:prstGeom prst="rect">
              <a:avLst/>
            </a:prstGeom>
            <a:solidFill>
              <a:srgbClr val="ff79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363" name="CustomShape 6"/>
            <p:cNvSpPr/>
            <p:nvPr/>
          </p:nvSpPr>
          <p:spPr>
            <a:xfrm>
              <a:off x="500760" y="4708440"/>
              <a:ext cx="69480" cy="82440"/>
            </a:xfrm>
            <a:custGeom>
              <a:avLst/>
              <a:gdLst>
                <a:gd name="textAreaLeft" fmla="*/ 0 w 69480"/>
                <a:gd name="textAreaRight" fmla="*/ 71640 w 69480"/>
                <a:gd name="textAreaTop" fmla="*/ 0 h 82440"/>
                <a:gd name="textAreaBottom" fmla="*/ 84600 h 82440"/>
              </a:gdLst>
              <a:ahLst/>
              <a:rect l="textAreaLeft" t="textAreaTop" r="textAreaRight" b="textAreaBottom"/>
              <a:pathLst>
                <a:path w="93" h="109">
                  <a:moveTo>
                    <a:pt x="66" y="99"/>
                  </a:moveTo>
                  <a:cubicBezTo>
                    <a:pt x="55" y="106"/>
                    <a:pt x="43" y="109"/>
                    <a:pt x="31" y="109"/>
                  </a:cubicBezTo>
                  <a:cubicBezTo>
                    <a:pt x="11" y="109"/>
                    <a:pt x="0" y="96"/>
                    <a:pt x="0" y="79"/>
                  </a:cubicBezTo>
                  <a:cubicBezTo>
                    <a:pt x="0" y="55"/>
                    <a:pt x="21" y="42"/>
                    <a:pt x="66" y="37"/>
                  </a:cubicBezTo>
                  <a:cubicBezTo>
                    <a:pt x="66" y="32"/>
                    <a:pt x="66" y="32"/>
                    <a:pt x="66" y="32"/>
                  </a:cubicBezTo>
                  <a:cubicBezTo>
                    <a:pt x="66" y="24"/>
                    <a:pt x="60" y="19"/>
                    <a:pt x="49" y="19"/>
                  </a:cubicBezTo>
                  <a:cubicBezTo>
                    <a:pt x="39" y="19"/>
                    <a:pt x="30" y="24"/>
                    <a:pt x="24" y="32"/>
                  </a:cubicBezTo>
                  <a:cubicBezTo>
                    <a:pt x="5" y="21"/>
                    <a:pt x="5" y="21"/>
                    <a:pt x="5" y="21"/>
                  </a:cubicBezTo>
                  <a:cubicBezTo>
                    <a:pt x="15" y="7"/>
                    <a:pt x="30" y="0"/>
                    <a:pt x="50" y="0"/>
                  </a:cubicBezTo>
                  <a:cubicBezTo>
                    <a:pt x="77" y="0"/>
                    <a:pt x="93" y="12"/>
                    <a:pt x="93" y="32"/>
                  </a:cubicBezTo>
                  <a:cubicBezTo>
                    <a:pt x="93" y="32"/>
                    <a:pt x="93" y="108"/>
                    <a:pt x="93" y="108"/>
                  </a:cubicBezTo>
                  <a:cubicBezTo>
                    <a:pt x="68" y="108"/>
                    <a:pt x="68" y="108"/>
                    <a:pt x="68" y="108"/>
                  </a:cubicBezTo>
                  <a:lnTo>
                    <a:pt x="66" y="99"/>
                  </a:lnTo>
                  <a:close/>
                  <a:moveTo>
                    <a:pt x="27" y="77"/>
                  </a:moveTo>
                  <a:cubicBezTo>
                    <a:pt x="27" y="84"/>
                    <a:pt x="31" y="90"/>
                    <a:pt x="39" y="90"/>
                  </a:cubicBezTo>
                  <a:cubicBezTo>
                    <a:pt x="48" y="90"/>
                    <a:pt x="57" y="87"/>
                    <a:pt x="65" y="79"/>
                  </a:cubicBezTo>
                  <a:cubicBezTo>
                    <a:pt x="65" y="54"/>
                    <a:pt x="65" y="54"/>
                    <a:pt x="65" y="54"/>
                  </a:cubicBezTo>
                  <a:cubicBezTo>
                    <a:pt x="39" y="57"/>
                    <a:pt x="27" y="64"/>
                    <a:pt x="27" y="77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600" bIns="396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364" name="CustomShape 7"/>
            <p:cNvSpPr/>
            <p:nvPr/>
          </p:nvSpPr>
          <p:spPr>
            <a:xfrm>
              <a:off x="592920" y="4708440"/>
              <a:ext cx="71280" cy="82440"/>
            </a:xfrm>
            <a:custGeom>
              <a:avLst/>
              <a:gdLst>
                <a:gd name="textAreaLeft" fmla="*/ 0 w 71280"/>
                <a:gd name="textAreaRight" fmla="*/ 73440 w 71280"/>
                <a:gd name="textAreaTop" fmla="*/ 0 h 82440"/>
                <a:gd name="textAreaBottom" fmla="*/ 84600 h 82440"/>
              </a:gdLst>
              <a:ahLst/>
              <a:rect l="textAreaLeft" t="textAreaTop" r="textAreaRight" b="textAreaBottom"/>
              <a:pathLst>
                <a:path w="94" h="108">
                  <a:moveTo>
                    <a:pt x="0" y="5"/>
                  </a:moveTo>
                  <a:cubicBezTo>
                    <a:pt x="23" y="2"/>
                    <a:pt x="23" y="2"/>
                    <a:pt x="23" y="2"/>
                  </a:cubicBezTo>
                  <a:cubicBezTo>
                    <a:pt x="25" y="15"/>
                    <a:pt x="25" y="15"/>
                    <a:pt x="25" y="15"/>
                  </a:cubicBezTo>
                  <a:cubicBezTo>
                    <a:pt x="38" y="5"/>
                    <a:pt x="48" y="0"/>
                    <a:pt x="61" y="0"/>
                  </a:cubicBezTo>
                  <a:cubicBezTo>
                    <a:pt x="83" y="0"/>
                    <a:pt x="94" y="12"/>
                    <a:pt x="94" y="34"/>
                  </a:cubicBezTo>
                  <a:cubicBezTo>
                    <a:pt x="94" y="108"/>
                    <a:pt x="94" y="108"/>
                    <a:pt x="94" y="108"/>
                  </a:cubicBezTo>
                  <a:cubicBezTo>
                    <a:pt x="66" y="108"/>
                    <a:pt x="66" y="108"/>
                    <a:pt x="66" y="108"/>
                  </a:cubicBezTo>
                  <a:cubicBezTo>
                    <a:pt x="66" y="39"/>
                    <a:pt x="66" y="39"/>
                    <a:pt x="66" y="39"/>
                  </a:cubicBezTo>
                  <a:cubicBezTo>
                    <a:pt x="66" y="26"/>
                    <a:pt x="63" y="21"/>
                    <a:pt x="53" y="21"/>
                  </a:cubicBezTo>
                  <a:cubicBezTo>
                    <a:pt x="45" y="21"/>
                    <a:pt x="36" y="24"/>
                    <a:pt x="27" y="32"/>
                  </a:cubicBezTo>
                  <a:cubicBezTo>
                    <a:pt x="27" y="108"/>
                    <a:pt x="27" y="108"/>
                    <a:pt x="27" y="108"/>
                  </a:cubicBezTo>
                  <a:cubicBezTo>
                    <a:pt x="0" y="108"/>
                    <a:pt x="0" y="108"/>
                    <a:pt x="0" y="108"/>
                  </a:cubicBezTo>
                  <a:lnTo>
                    <a:pt x="0" y="5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600" bIns="396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365" name="CustomShape 8"/>
            <p:cNvSpPr/>
            <p:nvPr/>
          </p:nvSpPr>
          <p:spPr>
            <a:xfrm>
              <a:off x="778680" y="4708440"/>
              <a:ext cx="74160" cy="83880"/>
            </a:xfrm>
            <a:custGeom>
              <a:avLst/>
              <a:gdLst>
                <a:gd name="textAreaLeft" fmla="*/ 0 w 74160"/>
                <a:gd name="textAreaRight" fmla="*/ 76320 w 74160"/>
                <a:gd name="textAreaTop" fmla="*/ 0 h 83880"/>
                <a:gd name="textAreaBottom" fmla="*/ 86040 h 83880"/>
              </a:gdLst>
              <a:ahLst/>
              <a:rect l="textAreaLeft" t="textAreaTop" r="textAreaRight" b="textAreaBottom"/>
              <a:pathLst>
                <a:path w="98" h="110">
                  <a:moveTo>
                    <a:pt x="50" y="110"/>
                  </a:moveTo>
                  <a:cubicBezTo>
                    <a:pt x="19" y="110"/>
                    <a:pt x="0" y="90"/>
                    <a:pt x="0" y="55"/>
                  </a:cubicBezTo>
                  <a:cubicBezTo>
                    <a:pt x="0" y="20"/>
                    <a:pt x="19" y="0"/>
                    <a:pt x="49" y="0"/>
                  </a:cubicBezTo>
                  <a:cubicBezTo>
                    <a:pt x="80" y="0"/>
                    <a:pt x="98" y="20"/>
                    <a:pt x="98" y="54"/>
                  </a:cubicBezTo>
                  <a:cubicBezTo>
                    <a:pt x="98" y="56"/>
                    <a:pt x="97" y="57"/>
                    <a:pt x="97" y="59"/>
                  </a:cubicBezTo>
                  <a:cubicBezTo>
                    <a:pt x="27" y="59"/>
                    <a:pt x="27" y="59"/>
                    <a:pt x="27" y="59"/>
                  </a:cubicBezTo>
                  <a:cubicBezTo>
                    <a:pt x="28" y="79"/>
                    <a:pt x="36" y="89"/>
                    <a:pt x="52" y="89"/>
                  </a:cubicBezTo>
                  <a:cubicBezTo>
                    <a:pt x="63" y="89"/>
                    <a:pt x="70" y="85"/>
                    <a:pt x="76" y="76"/>
                  </a:cubicBezTo>
                  <a:cubicBezTo>
                    <a:pt x="96" y="87"/>
                    <a:pt x="96" y="87"/>
                    <a:pt x="96" y="87"/>
                  </a:cubicBezTo>
                  <a:cubicBezTo>
                    <a:pt x="87" y="102"/>
                    <a:pt x="71" y="110"/>
                    <a:pt x="50" y="110"/>
                  </a:cubicBezTo>
                  <a:close/>
                  <a:moveTo>
                    <a:pt x="70" y="41"/>
                  </a:moveTo>
                  <a:cubicBezTo>
                    <a:pt x="70" y="27"/>
                    <a:pt x="62" y="19"/>
                    <a:pt x="49" y="19"/>
                  </a:cubicBezTo>
                  <a:cubicBezTo>
                    <a:pt x="37" y="19"/>
                    <a:pt x="29" y="27"/>
                    <a:pt x="28" y="41"/>
                  </a:cubicBezTo>
                  <a:lnTo>
                    <a:pt x="70" y="41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1040" bIns="4104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366" name="CustomShape 9"/>
            <p:cNvSpPr/>
            <p:nvPr/>
          </p:nvSpPr>
          <p:spPr>
            <a:xfrm>
              <a:off x="347040" y="4708440"/>
              <a:ext cx="79200" cy="83880"/>
            </a:xfrm>
            <a:custGeom>
              <a:avLst/>
              <a:gdLst>
                <a:gd name="textAreaLeft" fmla="*/ 0 w 79200"/>
                <a:gd name="textAreaRight" fmla="*/ 81360 w 79200"/>
                <a:gd name="textAreaTop" fmla="*/ 0 h 83880"/>
                <a:gd name="textAreaBottom" fmla="*/ 86040 h 83880"/>
              </a:gdLst>
              <a:ahLst/>
              <a:rect l="textAreaLeft" t="textAreaTop" r="textAreaRight" b="textAreaBottom"/>
              <a:pathLst>
                <a:path w="104" h="111">
                  <a:moveTo>
                    <a:pt x="52" y="111"/>
                  </a:moveTo>
                  <a:cubicBezTo>
                    <a:pt x="25" y="111"/>
                    <a:pt x="0" y="93"/>
                    <a:pt x="0" y="55"/>
                  </a:cubicBezTo>
                  <a:cubicBezTo>
                    <a:pt x="0" y="17"/>
                    <a:pt x="25" y="0"/>
                    <a:pt x="52" y="0"/>
                  </a:cubicBezTo>
                  <a:cubicBezTo>
                    <a:pt x="79" y="0"/>
                    <a:pt x="104" y="17"/>
                    <a:pt x="104" y="55"/>
                  </a:cubicBezTo>
                  <a:cubicBezTo>
                    <a:pt x="104" y="93"/>
                    <a:pt x="79" y="111"/>
                    <a:pt x="52" y="111"/>
                  </a:cubicBezTo>
                  <a:close/>
                  <a:moveTo>
                    <a:pt x="52" y="23"/>
                  </a:moveTo>
                  <a:cubicBezTo>
                    <a:pt x="31" y="23"/>
                    <a:pt x="28" y="42"/>
                    <a:pt x="28" y="55"/>
                  </a:cubicBezTo>
                  <a:cubicBezTo>
                    <a:pt x="28" y="69"/>
                    <a:pt x="31" y="87"/>
                    <a:pt x="52" y="87"/>
                  </a:cubicBezTo>
                  <a:cubicBezTo>
                    <a:pt x="73" y="87"/>
                    <a:pt x="77" y="69"/>
                    <a:pt x="77" y="55"/>
                  </a:cubicBezTo>
                  <a:cubicBezTo>
                    <a:pt x="77" y="42"/>
                    <a:pt x="73" y="23"/>
                    <a:pt x="52" y="23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1040" bIns="4104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367" name="CustomShape 10"/>
            <p:cNvSpPr/>
            <p:nvPr/>
          </p:nvSpPr>
          <p:spPr>
            <a:xfrm>
              <a:off x="446760" y="4708440"/>
              <a:ext cx="42480" cy="82440"/>
            </a:xfrm>
            <a:custGeom>
              <a:avLst/>
              <a:gdLst>
                <a:gd name="textAreaLeft" fmla="*/ 0 w 42480"/>
                <a:gd name="textAreaRight" fmla="*/ 44640 w 42480"/>
                <a:gd name="textAreaTop" fmla="*/ 0 h 82440"/>
                <a:gd name="textAreaBottom" fmla="*/ 84600 h 82440"/>
              </a:gdLst>
              <a:ahLst/>
              <a:rect l="textAreaLeft" t="textAreaTop" r="textAreaRight" b="textAreaBottom"/>
              <a:pathLst>
                <a:path w="59" h="108">
                  <a:moveTo>
                    <a:pt x="0" y="3"/>
                  </a:moveTo>
                  <a:cubicBezTo>
                    <a:pt x="26" y="3"/>
                    <a:pt x="26" y="3"/>
                    <a:pt x="26" y="3"/>
                  </a:cubicBezTo>
                  <a:cubicBezTo>
                    <a:pt x="26" y="15"/>
                    <a:pt x="26" y="15"/>
                    <a:pt x="26" y="15"/>
                  </a:cubicBezTo>
                  <a:cubicBezTo>
                    <a:pt x="31" y="8"/>
                    <a:pt x="44" y="0"/>
                    <a:pt x="55" y="0"/>
                  </a:cubicBezTo>
                  <a:cubicBezTo>
                    <a:pt x="57" y="0"/>
                    <a:pt x="58" y="0"/>
                    <a:pt x="59" y="1"/>
                  </a:cubicBezTo>
                  <a:cubicBezTo>
                    <a:pt x="59" y="27"/>
                    <a:pt x="59" y="27"/>
                    <a:pt x="59" y="27"/>
                  </a:cubicBezTo>
                  <a:cubicBezTo>
                    <a:pt x="59" y="27"/>
                    <a:pt x="58" y="27"/>
                    <a:pt x="58" y="27"/>
                  </a:cubicBezTo>
                  <a:cubicBezTo>
                    <a:pt x="46" y="27"/>
                    <a:pt x="32" y="28"/>
                    <a:pt x="28" y="38"/>
                  </a:cubicBezTo>
                  <a:cubicBezTo>
                    <a:pt x="28" y="108"/>
                    <a:pt x="28" y="108"/>
                    <a:pt x="28" y="108"/>
                  </a:cubicBezTo>
                  <a:cubicBezTo>
                    <a:pt x="0" y="108"/>
                    <a:pt x="0" y="108"/>
                    <a:pt x="0" y="108"/>
                  </a:cubicBezTo>
                  <a:lnTo>
                    <a:pt x="0" y="3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600" bIns="396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368" name="CustomShape 11"/>
            <p:cNvSpPr/>
            <p:nvPr/>
          </p:nvSpPr>
          <p:spPr>
            <a:xfrm>
              <a:off x="685080" y="4708440"/>
              <a:ext cx="74160" cy="115560"/>
            </a:xfrm>
            <a:custGeom>
              <a:avLst/>
              <a:gdLst>
                <a:gd name="textAreaLeft" fmla="*/ 0 w 74160"/>
                <a:gd name="textAreaRight" fmla="*/ 76320 w 74160"/>
                <a:gd name="textAreaTop" fmla="*/ 0 h 115560"/>
                <a:gd name="textAreaBottom" fmla="*/ 117720 h 115560"/>
              </a:gdLst>
              <a:ahLst/>
              <a:rect l="textAreaLeft" t="textAreaTop" r="textAreaRight" b="textAreaBottom"/>
              <a:pathLst>
                <a:path w="98" h="149">
                  <a:moveTo>
                    <a:pt x="49" y="85"/>
                  </a:moveTo>
                  <a:cubicBezTo>
                    <a:pt x="70" y="85"/>
                    <a:pt x="72" y="64"/>
                    <a:pt x="72" y="50"/>
                  </a:cubicBezTo>
                  <a:cubicBezTo>
                    <a:pt x="72" y="33"/>
                    <a:pt x="64" y="20"/>
                    <a:pt x="49" y="20"/>
                  </a:cubicBezTo>
                  <a:cubicBezTo>
                    <a:pt x="39" y="20"/>
                    <a:pt x="28" y="27"/>
                    <a:pt x="28" y="51"/>
                  </a:cubicBezTo>
                  <a:cubicBezTo>
                    <a:pt x="28" y="64"/>
                    <a:pt x="29" y="85"/>
                    <a:pt x="49" y="85"/>
                  </a:cubicBezTo>
                  <a:close/>
                  <a:moveTo>
                    <a:pt x="98" y="2"/>
                  </a:moveTo>
                  <a:cubicBezTo>
                    <a:pt x="98" y="102"/>
                    <a:pt x="98" y="102"/>
                    <a:pt x="98" y="102"/>
                  </a:cubicBezTo>
                  <a:cubicBezTo>
                    <a:pt x="98" y="119"/>
                    <a:pt x="97" y="148"/>
                    <a:pt x="47" y="149"/>
                  </a:cubicBezTo>
                  <a:cubicBezTo>
                    <a:pt x="26" y="149"/>
                    <a:pt x="7" y="141"/>
                    <a:pt x="3" y="123"/>
                  </a:cubicBezTo>
                  <a:cubicBezTo>
                    <a:pt x="30" y="118"/>
                    <a:pt x="30" y="118"/>
                    <a:pt x="30" y="118"/>
                  </a:cubicBezTo>
                  <a:cubicBezTo>
                    <a:pt x="32" y="123"/>
                    <a:pt x="35" y="128"/>
                    <a:pt x="50" y="128"/>
                  </a:cubicBezTo>
                  <a:cubicBezTo>
                    <a:pt x="65" y="128"/>
                    <a:pt x="72" y="122"/>
                    <a:pt x="72" y="105"/>
                  </a:cubicBezTo>
                  <a:cubicBezTo>
                    <a:pt x="72" y="93"/>
                    <a:pt x="72" y="93"/>
                    <a:pt x="72" y="93"/>
                  </a:cubicBezTo>
                  <a:cubicBezTo>
                    <a:pt x="71" y="92"/>
                    <a:pt x="71" y="92"/>
                    <a:pt x="71" y="92"/>
                  </a:cubicBezTo>
                  <a:cubicBezTo>
                    <a:pt x="67" y="100"/>
                    <a:pt x="60" y="108"/>
                    <a:pt x="44" y="108"/>
                  </a:cubicBezTo>
                  <a:cubicBezTo>
                    <a:pt x="19" y="108"/>
                    <a:pt x="0" y="91"/>
                    <a:pt x="0" y="55"/>
                  </a:cubicBezTo>
                  <a:cubicBezTo>
                    <a:pt x="0" y="20"/>
                    <a:pt x="20" y="0"/>
                    <a:pt x="42" y="0"/>
                  </a:cubicBezTo>
                  <a:cubicBezTo>
                    <a:pt x="63" y="0"/>
                    <a:pt x="71" y="10"/>
                    <a:pt x="73" y="15"/>
                  </a:cubicBezTo>
                  <a:cubicBezTo>
                    <a:pt x="73" y="15"/>
                    <a:pt x="73" y="15"/>
                    <a:pt x="73" y="15"/>
                  </a:cubicBezTo>
                  <a:cubicBezTo>
                    <a:pt x="75" y="2"/>
                    <a:pt x="75" y="2"/>
                    <a:pt x="75" y="2"/>
                  </a:cubicBezTo>
                  <a:lnTo>
                    <a:pt x="98" y="2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369" name="CustomShape 12"/>
            <p:cNvSpPr/>
            <p:nvPr/>
          </p:nvSpPr>
          <p:spPr>
            <a:xfrm>
              <a:off x="843840" y="4678200"/>
              <a:ext cx="53640" cy="21960"/>
            </a:xfrm>
            <a:custGeom>
              <a:avLst/>
              <a:gdLst>
                <a:gd name="textAreaLeft" fmla="*/ 0 w 53640"/>
                <a:gd name="textAreaRight" fmla="*/ 55800 w 53640"/>
                <a:gd name="textAreaTop" fmla="*/ 0 h 21960"/>
                <a:gd name="textAreaBottom" fmla="*/ 24120 h 21960"/>
              </a:gdLst>
              <a:ahLst/>
              <a:rect l="textAreaLeft" t="textAreaTop" r="textAreaRight" b="textAreaBottom"/>
              <a:pathLst>
                <a:path w="37" h="17">
                  <a:moveTo>
                    <a:pt x="14" y="2"/>
                  </a:moveTo>
                  <a:lnTo>
                    <a:pt x="9" y="2"/>
                  </a:lnTo>
                  <a:lnTo>
                    <a:pt x="9" y="17"/>
                  </a:lnTo>
                  <a:lnTo>
                    <a:pt x="6" y="17"/>
                  </a:lnTo>
                  <a:lnTo>
                    <a:pt x="6" y="2"/>
                  </a:lnTo>
                  <a:lnTo>
                    <a:pt x="0" y="2"/>
                  </a:lnTo>
                  <a:lnTo>
                    <a:pt x="0" y="0"/>
                  </a:lnTo>
                  <a:lnTo>
                    <a:pt x="14" y="0"/>
                  </a:lnTo>
                  <a:lnTo>
                    <a:pt x="14" y="2"/>
                  </a:lnTo>
                  <a:close/>
                  <a:moveTo>
                    <a:pt x="37" y="17"/>
                  </a:moveTo>
                  <a:lnTo>
                    <a:pt x="34" y="17"/>
                  </a:lnTo>
                  <a:lnTo>
                    <a:pt x="34" y="2"/>
                  </a:lnTo>
                  <a:lnTo>
                    <a:pt x="34" y="2"/>
                  </a:lnTo>
                  <a:lnTo>
                    <a:pt x="29" y="17"/>
                  </a:lnTo>
                  <a:lnTo>
                    <a:pt x="27" y="17"/>
                  </a:lnTo>
                  <a:lnTo>
                    <a:pt x="21" y="2"/>
                  </a:lnTo>
                  <a:lnTo>
                    <a:pt x="20" y="2"/>
                  </a:lnTo>
                  <a:lnTo>
                    <a:pt x="20" y="17"/>
                  </a:lnTo>
                  <a:lnTo>
                    <a:pt x="18" y="17"/>
                  </a:lnTo>
                  <a:lnTo>
                    <a:pt x="18" y="0"/>
                  </a:lnTo>
                  <a:lnTo>
                    <a:pt x="22" y="0"/>
                  </a:lnTo>
                  <a:lnTo>
                    <a:pt x="28" y="13"/>
                  </a:lnTo>
                  <a:lnTo>
                    <a:pt x="33" y="0"/>
                  </a:lnTo>
                  <a:lnTo>
                    <a:pt x="37" y="0"/>
                  </a:lnTo>
                  <a:lnTo>
                    <a:pt x="37" y="17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20880" bIns="-2088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</p:grpSp>
      <p:sp>
        <p:nvSpPr>
          <p:cNvPr id="37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37" r:id="rId2"/>
  </p:sldLayoutIdLst>
</p:sldMaster>
</file>

<file path=ppt/slideMasters/slideMaster4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CustomShape 1" hidden="1"/>
          <p:cNvSpPr/>
          <p:nvPr/>
        </p:nvSpPr>
        <p:spPr>
          <a:xfrm>
            <a:off x="314280" y="4535640"/>
            <a:ext cx="270000" cy="32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00" rIns="0" tIns="0" bIns="0" anchor="b">
            <a:normAutofit/>
          </a:bodyPr>
          <a:p>
            <a:pPr>
              <a:lnSpc>
                <a:spcPct val="85000"/>
              </a:lnSpc>
              <a:spcAft>
                <a:spcPts val="1199"/>
              </a:spcAft>
            </a:pPr>
            <a:fld id="{53ABEE2E-4ED2-451F-99C9-D75459DCEC7D}" type="slidenum">
              <a:rPr b="0" lang="fr-FR" sz="800" spc="-1" strike="noStrike">
                <a:solidFill>
                  <a:srgbClr val="000000"/>
                </a:solidFill>
                <a:latin typeface="Helvetica 75 Bold"/>
                <a:ea typeface="DejaVu Sans"/>
              </a:rPr>
              <a:t>&lt;number&gt;</a:t>
            </a:fld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373" name="Group 4"/>
          <p:cNvGrpSpPr/>
          <p:nvPr/>
        </p:nvGrpSpPr>
        <p:grpSpPr>
          <a:xfrm>
            <a:off x="313560" y="4233960"/>
            <a:ext cx="607680" cy="607680"/>
            <a:chOff x="313560" y="4233960"/>
            <a:chExt cx="607680" cy="607680"/>
          </a:xfrm>
        </p:grpSpPr>
        <p:sp>
          <p:nvSpPr>
            <p:cNvPr id="374" name="CustomShape 5"/>
            <p:cNvSpPr/>
            <p:nvPr/>
          </p:nvSpPr>
          <p:spPr>
            <a:xfrm>
              <a:off x="313560" y="4233960"/>
              <a:ext cx="607680" cy="607680"/>
            </a:xfrm>
            <a:prstGeom prst="rect">
              <a:avLst/>
            </a:prstGeom>
            <a:solidFill>
              <a:srgbClr val="ff79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375" name="CustomShape 6"/>
            <p:cNvSpPr/>
            <p:nvPr/>
          </p:nvSpPr>
          <p:spPr>
            <a:xfrm>
              <a:off x="500760" y="4708440"/>
              <a:ext cx="69480" cy="82440"/>
            </a:xfrm>
            <a:custGeom>
              <a:avLst/>
              <a:gdLst>
                <a:gd name="textAreaLeft" fmla="*/ 0 w 69480"/>
                <a:gd name="textAreaRight" fmla="*/ 71640 w 69480"/>
                <a:gd name="textAreaTop" fmla="*/ 0 h 82440"/>
                <a:gd name="textAreaBottom" fmla="*/ 84600 h 82440"/>
              </a:gdLst>
              <a:ahLst/>
              <a:rect l="textAreaLeft" t="textAreaTop" r="textAreaRight" b="textAreaBottom"/>
              <a:pathLst>
                <a:path w="93" h="109">
                  <a:moveTo>
                    <a:pt x="66" y="99"/>
                  </a:moveTo>
                  <a:cubicBezTo>
                    <a:pt x="55" y="106"/>
                    <a:pt x="43" y="109"/>
                    <a:pt x="31" y="109"/>
                  </a:cubicBezTo>
                  <a:cubicBezTo>
                    <a:pt x="11" y="109"/>
                    <a:pt x="0" y="96"/>
                    <a:pt x="0" y="79"/>
                  </a:cubicBezTo>
                  <a:cubicBezTo>
                    <a:pt x="0" y="55"/>
                    <a:pt x="21" y="42"/>
                    <a:pt x="66" y="37"/>
                  </a:cubicBezTo>
                  <a:cubicBezTo>
                    <a:pt x="66" y="32"/>
                    <a:pt x="66" y="32"/>
                    <a:pt x="66" y="32"/>
                  </a:cubicBezTo>
                  <a:cubicBezTo>
                    <a:pt x="66" y="24"/>
                    <a:pt x="60" y="19"/>
                    <a:pt x="49" y="19"/>
                  </a:cubicBezTo>
                  <a:cubicBezTo>
                    <a:pt x="39" y="19"/>
                    <a:pt x="30" y="24"/>
                    <a:pt x="24" y="32"/>
                  </a:cubicBezTo>
                  <a:cubicBezTo>
                    <a:pt x="5" y="21"/>
                    <a:pt x="5" y="21"/>
                    <a:pt x="5" y="21"/>
                  </a:cubicBezTo>
                  <a:cubicBezTo>
                    <a:pt x="15" y="7"/>
                    <a:pt x="30" y="0"/>
                    <a:pt x="50" y="0"/>
                  </a:cubicBezTo>
                  <a:cubicBezTo>
                    <a:pt x="77" y="0"/>
                    <a:pt x="93" y="12"/>
                    <a:pt x="93" y="32"/>
                  </a:cubicBezTo>
                  <a:cubicBezTo>
                    <a:pt x="93" y="32"/>
                    <a:pt x="93" y="108"/>
                    <a:pt x="93" y="108"/>
                  </a:cubicBezTo>
                  <a:cubicBezTo>
                    <a:pt x="68" y="108"/>
                    <a:pt x="68" y="108"/>
                    <a:pt x="68" y="108"/>
                  </a:cubicBezTo>
                  <a:lnTo>
                    <a:pt x="66" y="99"/>
                  </a:lnTo>
                  <a:close/>
                  <a:moveTo>
                    <a:pt x="27" y="77"/>
                  </a:moveTo>
                  <a:cubicBezTo>
                    <a:pt x="27" y="84"/>
                    <a:pt x="31" y="90"/>
                    <a:pt x="39" y="90"/>
                  </a:cubicBezTo>
                  <a:cubicBezTo>
                    <a:pt x="48" y="90"/>
                    <a:pt x="57" y="87"/>
                    <a:pt x="65" y="79"/>
                  </a:cubicBezTo>
                  <a:cubicBezTo>
                    <a:pt x="65" y="54"/>
                    <a:pt x="65" y="54"/>
                    <a:pt x="65" y="54"/>
                  </a:cubicBezTo>
                  <a:cubicBezTo>
                    <a:pt x="39" y="57"/>
                    <a:pt x="27" y="64"/>
                    <a:pt x="27" y="77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600" bIns="396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376" name="CustomShape 7"/>
            <p:cNvSpPr/>
            <p:nvPr/>
          </p:nvSpPr>
          <p:spPr>
            <a:xfrm>
              <a:off x="592920" y="4708440"/>
              <a:ext cx="71280" cy="82440"/>
            </a:xfrm>
            <a:custGeom>
              <a:avLst/>
              <a:gdLst>
                <a:gd name="textAreaLeft" fmla="*/ 0 w 71280"/>
                <a:gd name="textAreaRight" fmla="*/ 73440 w 71280"/>
                <a:gd name="textAreaTop" fmla="*/ 0 h 82440"/>
                <a:gd name="textAreaBottom" fmla="*/ 84600 h 82440"/>
              </a:gdLst>
              <a:ahLst/>
              <a:rect l="textAreaLeft" t="textAreaTop" r="textAreaRight" b="textAreaBottom"/>
              <a:pathLst>
                <a:path w="94" h="108">
                  <a:moveTo>
                    <a:pt x="0" y="5"/>
                  </a:moveTo>
                  <a:cubicBezTo>
                    <a:pt x="23" y="2"/>
                    <a:pt x="23" y="2"/>
                    <a:pt x="23" y="2"/>
                  </a:cubicBezTo>
                  <a:cubicBezTo>
                    <a:pt x="25" y="15"/>
                    <a:pt x="25" y="15"/>
                    <a:pt x="25" y="15"/>
                  </a:cubicBezTo>
                  <a:cubicBezTo>
                    <a:pt x="38" y="5"/>
                    <a:pt x="48" y="0"/>
                    <a:pt x="61" y="0"/>
                  </a:cubicBezTo>
                  <a:cubicBezTo>
                    <a:pt x="83" y="0"/>
                    <a:pt x="94" y="12"/>
                    <a:pt x="94" y="34"/>
                  </a:cubicBezTo>
                  <a:cubicBezTo>
                    <a:pt x="94" y="108"/>
                    <a:pt x="94" y="108"/>
                    <a:pt x="94" y="108"/>
                  </a:cubicBezTo>
                  <a:cubicBezTo>
                    <a:pt x="66" y="108"/>
                    <a:pt x="66" y="108"/>
                    <a:pt x="66" y="108"/>
                  </a:cubicBezTo>
                  <a:cubicBezTo>
                    <a:pt x="66" y="39"/>
                    <a:pt x="66" y="39"/>
                    <a:pt x="66" y="39"/>
                  </a:cubicBezTo>
                  <a:cubicBezTo>
                    <a:pt x="66" y="26"/>
                    <a:pt x="63" y="21"/>
                    <a:pt x="53" y="21"/>
                  </a:cubicBezTo>
                  <a:cubicBezTo>
                    <a:pt x="45" y="21"/>
                    <a:pt x="36" y="24"/>
                    <a:pt x="27" y="32"/>
                  </a:cubicBezTo>
                  <a:cubicBezTo>
                    <a:pt x="27" y="108"/>
                    <a:pt x="27" y="108"/>
                    <a:pt x="27" y="108"/>
                  </a:cubicBezTo>
                  <a:cubicBezTo>
                    <a:pt x="0" y="108"/>
                    <a:pt x="0" y="108"/>
                    <a:pt x="0" y="108"/>
                  </a:cubicBezTo>
                  <a:lnTo>
                    <a:pt x="0" y="5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600" bIns="396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377" name="CustomShape 8"/>
            <p:cNvSpPr/>
            <p:nvPr/>
          </p:nvSpPr>
          <p:spPr>
            <a:xfrm>
              <a:off x="778680" y="4708440"/>
              <a:ext cx="74160" cy="83880"/>
            </a:xfrm>
            <a:custGeom>
              <a:avLst/>
              <a:gdLst>
                <a:gd name="textAreaLeft" fmla="*/ 0 w 74160"/>
                <a:gd name="textAreaRight" fmla="*/ 76320 w 74160"/>
                <a:gd name="textAreaTop" fmla="*/ 0 h 83880"/>
                <a:gd name="textAreaBottom" fmla="*/ 86040 h 83880"/>
              </a:gdLst>
              <a:ahLst/>
              <a:rect l="textAreaLeft" t="textAreaTop" r="textAreaRight" b="textAreaBottom"/>
              <a:pathLst>
                <a:path w="98" h="110">
                  <a:moveTo>
                    <a:pt x="50" y="110"/>
                  </a:moveTo>
                  <a:cubicBezTo>
                    <a:pt x="19" y="110"/>
                    <a:pt x="0" y="90"/>
                    <a:pt x="0" y="55"/>
                  </a:cubicBezTo>
                  <a:cubicBezTo>
                    <a:pt x="0" y="20"/>
                    <a:pt x="19" y="0"/>
                    <a:pt x="49" y="0"/>
                  </a:cubicBezTo>
                  <a:cubicBezTo>
                    <a:pt x="80" y="0"/>
                    <a:pt x="98" y="20"/>
                    <a:pt x="98" y="54"/>
                  </a:cubicBezTo>
                  <a:cubicBezTo>
                    <a:pt x="98" y="56"/>
                    <a:pt x="97" y="57"/>
                    <a:pt x="97" y="59"/>
                  </a:cubicBezTo>
                  <a:cubicBezTo>
                    <a:pt x="27" y="59"/>
                    <a:pt x="27" y="59"/>
                    <a:pt x="27" y="59"/>
                  </a:cubicBezTo>
                  <a:cubicBezTo>
                    <a:pt x="28" y="79"/>
                    <a:pt x="36" y="89"/>
                    <a:pt x="52" y="89"/>
                  </a:cubicBezTo>
                  <a:cubicBezTo>
                    <a:pt x="63" y="89"/>
                    <a:pt x="70" y="85"/>
                    <a:pt x="76" y="76"/>
                  </a:cubicBezTo>
                  <a:cubicBezTo>
                    <a:pt x="96" y="87"/>
                    <a:pt x="96" y="87"/>
                    <a:pt x="96" y="87"/>
                  </a:cubicBezTo>
                  <a:cubicBezTo>
                    <a:pt x="87" y="102"/>
                    <a:pt x="71" y="110"/>
                    <a:pt x="50" y="110"/>
                  </a:cubicBezTo>
                  <a:close/>
                  <a:moveTo>
                    <a:pt x="70" y="41"/>
                  </a:moveTo>
                  <a:cubicBezTo>
                    <a:pt x="70" y="27"/>
                    <a:pt x="62" y="19"/>
                    <a:pt x="49" y="19"/>
                  </a:cubicBezTo>
                  <a:cubicBezTo>
                    <a:pt x="37" y="19"/>
                    <a:pt x="29" y="27"/>
                    <a:pt x="28" y="41"/>
                  </a:cubicBezTo>
                  <a:lnTo>
                    <a:pt x="70" y="41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1040" bIns="4104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378" name="CustomShape 9"/>
            <p:cNvSpPr/>
            <p:nvPr/>
          </p:nvSpPr>
          <p:spPr>
            <a:xfrm>
              <a:off x="347040" y="4708440"/>
              <a:ext cx="79200" cy="83880"/>
            </a:xfrm>
            <a:custGeom>
              <a:avLst/>
              <a:gdLst>
                <a:gd name="textAreaLeft" fmla="*/ 0 w 79200"/>
                <a:gd name="textAreaRight" fmla="*/ 81360 w 79200"/>
                <a:gd name="textAreaTop" fmla="*/ 0 h 83880"/>
                <a:gd name="textAreaBottom" fmla="*/ 86040 h 83880"/>
              </a:gdLst>
              <a:ahLst/>
              <a:rect l="textAreaLeft" t="textAreaTop" r="textAreaRight" b="textAreaBottom"/>
              <a:pathLst>
                <a:path w="104" h="111">
                  <a:moveTo>
                    <a:pt x="52" y="111"/>
                  </a:moveTo>
                  <a:cubicBezTo>
                    <a:pt x="25" y="111"/>
                    <a:pt x="0" y="93"/>
                    <a:pt x="0" y="55"/>
                  </a:cubicBezTo>
                  <a:cubicBezTo>
                    <a:pt x="0" y="17"/>
                    <a:pt x="25" y="0"/>
                    <a:pt x="52" y="0"/>
                  </a:cubicBezTo>
                  <a:cubicBezTo>
                    <a:pt x="79" y="0"/>
                    <a:pt x="104" y="17"/>
                    <a:pt x="104" y="55"/>
                  </a:cubicBezTo>
                  <a:cubicBezTo>
                    <a:pt x="104" y="93"/>
                    <a:pt x="79" y="111"/>
                    <a:pt x="52" y="111"/>
                  </a:cubicBezTo>
                  <a:close/>
                  <a:moveTo>
                    <a:pt x="52" y="23"/>
                  </a:moveTo>
                  <a:cubicBezTo>
                    <a:pt x="31" y="23"/>
                    <a:pt x="28" y="42"/>
                    <a:pt x="28" y="55"/>
                  </a:cubicBezTo>
                  <a:cubicBezTo>
                    <a:pt x="28" y="69"/>
                    <a:pt x="31" y="87"/>
                    <a:pt x="52" y="87"/>
                  </a:cubicBezTo>
                  <a:cubicBezTo>
                    <a:pt x="73" y="87"/>
                    <a:pt x="77" y="69"/>
                    <a:pt x="77" y="55"/>
                  </a:cubicBezTo>
                  <a:cubicBezTo>
                    <a:pt x="77" y="42"/>
                    <a:pt x="73" y="23"/>
                    <a:pt x="52" y="23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1040" bIns="4104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379" name="CustomShape 10"/>
            <p:cNvSpPr/>
            <p:nvPr/>
          </p:nvSpPr>
          <p:spPr>
            <a:xfrm>
              <a:off x="446760" y="4708440"/>
              <a:ext cx="42480" cy="82440"/>
            </a:xfrm>
            <a:custGeom>
              <a:avLst/>
              <a:gdLst>
                <a:gd name="textAreaLeft" fmla="*/ 0 w 42480"/>
                <a:gd name="textAreaRight" fmla="*/ 44640 w 42480"/>
                <a:gd name="textAreaTop" fmla="*/ 0 h 82440"/>
                <a:gd name="textAreaBottom" fmla="*/ 84600 h 82440"/>
              </a:gdLst>
              <a:ahLst/>
              <a:rect l="textAreaLeft" t="textAreaTop" r="textAreaRight" b="textAreaBottom"/>
              <a:pathLst>
                <a:path w="59" h="108">
                  <a:moveTo>
                    <a:pt x="0" y="3"/>
                  </a:moveTo>
                  <a:cubicBezTo>
                    <a:pt x="26" y="3"/>
                    <a:pt x="26" y="3"/>
                    <a:pt x="26" y="3"/>
                  </a:cubicBezTo>
                  <a:cubicBezTo>
                    <a:pt x="26" y="15"/>
                    <a:pt x="26" y="15"/>
                    <a:pt x="26" y="15"/>
                  </a:cubicBezTo>
                  <a:cubicBezTo>
                    <a:pt x="31" y="8"/>
                    <a:pt x="44" y="0"/>
                    <a:pt x="55" y="0"/>
                  </a:cubicBezTo>
                  <a:cubicBezTo>
                    <a:pt x="57" y="0"/>
                    <a:pt x="58" y="0"/>
                    <a:pt x="59" y="1"/>
                  </a:cubicBezTo>
                  <a:cubicBezTo>
                    <a:pt x="59" y="27"/>
                    <a:pt x="59" y="27"/>
                    <a:pt x="59" y="27"/>
                  </a:cubicBezTo>
                  <a:cubicBezTo>
                    <a:pt x="59" y="27"/>
                    <a:pt x="58" y="27"/>
                    <a:pt x="58" y="27"/>
                  </a:cubicBezTo>
                  <a:cubicBezTo>
                    <a:pt x="46" y="27"/>
                    <a:pt x="32" y="28"/>
                    <a:pt x="28" y="38"/>
                  </a:cubicBezTo>
                  <a:cubicBezTo>
                    <a:pt x="28" y="108"/>
                    <a:pt x="28" y="108"/>
                    <a:pt x="28" y="108"/>
                  </a:cubicBezTo>
                  <a:cubicBezTo>
                    <a:pt x="0" y="108"/>
                    <a:pt x="0" y="108"/>
                    <a:pt x="0" y="108"/>
                  </a:cubicBezTo>
                  <a:lnTo>
                    <a:pt x="0" y="3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600" bIns="396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380" name="CustomShape 11"/>
            <p:cNvSpPr/>
            <p:nvPr/>
          </p:nvSpPr>
          <p:spPr>
            <a:xfrm>
              <a:off x="685080" y="4708440"/>
              <a:ext cx="74160" cy="115560"/>
            </a:xfrm>
            <a:custGeom>
              <a:avLst/>
              <a:gdLst>
                <a:gd name="textAreaLeft" fmla="*/ 0 w 74160"/>
                <a:gd name="textAreaRight" fmla="*/ 76320 w 74160"/>
                <a:gd name="textAreaTop" fmla="*/ 0 h 115560"/>
                <a:gd name="textAreaBottom" fmla="*/ 117720 h 115560"/>
              </a:gdLst>
              <a:ahLst/>
              <a:rect l="textAreaLeft" t="textAreaTop" r="textAreaRight" b="textAreaBottom"/>
              <a:pathLst>
                <a:path w="98" h="149">
                  <a:moveTo>
                    <a:pt x="49" y="85"/>
                  </a:moveTo>
                  <a:cubicBezTo>
                    <a:pt x="70" y="85"/>
                    <a:pt x="72" y="64"/>
                    <a:pt x="72" y="50"/>
                  </a:cubicBezTo>
                  <a:cubicBezTo>
                    <a:pt x="72" y="33"/>
                    <a:pt x="64" y="20"/>
                    <a:pt x="49" y="20"/>
                  </a:cubicBezTo>
                  <a:cubicBezTo>
                    <a:pt x="39" y="20"/>
                    <a:pt x="28" y="27"/>
                    <a:pt x="28" y="51"/>
                  </a:cubicBezTo>
                  <a:cubicBezTo>
                    <a:pt x="28" y="64"/>
                    <a:pt x="29" y="85"/>
                    <a:pt x="49" y="85"/>
                  </a:cubicBezTo>
                  <a:close/>
                  <a:moveTo>
                    <a:pt x="98" y="2"/>
                  </a:moveTo>
                  <a:cubicBezTo>
                    <a:pt x="98" y="102"/>
                    <a:pt x="98" y="102"/>
                    <a:pt x="98" y="102"/>
                  </a:cubicBezTo>
                  <a:cubicBezTo>
                    <a:pt x="98" y="119"/>
                    <a:pt x="97" y="148"/>
                    <a:pt x="47" y="149"/>
                  </a:cubicBezTo>
                  <a:cubicBezTo>
                    <a:pt x="26" y="149"/>
                    <a:pt x="7" y="141"/>
                    <a:pt x="3" y="123"/>
                  </a:cubicBezTo>
                  <a:cubicBezTo>
                    <a:pt x="30" y="118"/>
                    <a:pt x="30" y="118"/>
                    <a:pt x="30" y="118"/>
                  </a:cubicBezTo>
                  <a:cubicBezTo>
                    <a:pt x="32" y="123"/>
                    <a:pt x="35" y="128"/>
                    <a:pt x="50" y="128"/>
                  </a:cubicBezTo>
                  <a:cubicBezTo>
                    <a:pt x="65" y="128"/>
                    <a:pt x="72" y="122"/>
                    <a:pt x="72" y="105"/>
                  </a:cubicBezTo>
                  <a:cubicBezTo>
                    <a:pt x="72" y="93"/>
                    <a:pt x="72" y="93"/>
                    <a:pt x="72" y="93"/>
                  </a:cubicBezTo>
                  <a:cubicBezTo>
                    <a:pt x="71" y="92"/>
                    <a:pt x="71" y="92"/>
                    <a:pt x="71" y="92"/>
                  </a:cubicBezTo>
                  <a:cubicBezTo>
                    <a:pt x="67" y="100"/>
                    <a:pt x="60" y="108"/>
                    <a:pt x="44" y="108"/>
                  </a:cubicBezTo>
                  <a:cubicBezTo>
                    <a:pt x="19" y="108"/>
                    <a:pt x="0" y="91"/>
                    <a:pt x="0" y="55"/>
                  </a:cubicBezTo>
                  <a:cubicBezTo>
                    <a:pt x="0" y="20"/>
                    <a:pt x="20" y="0"/>
                    <a:pt x="42" y="0"/>
                  </a:cubicBezTo>
                  <a:cubicBezTo>
                    <a:pt x="63" y="0"/>
                    <a:pt x="71" y="10"/>
                    <a:pt x="73" y="15"/>
                  </a:cubicBezTo>
                  <a:cubicBezTo>
                    <a:pt x="73" y="15"/>
                    <a:pt x="73" y="15"/>
                    <a:pt x="73" y="15"/>
                  </a:cubicBezTo>
                  <a:cubicBezTo>
                    <a:pt x="75" y="2"/>
                    <a:pt x="75" y="2"/>
                    <a:pt x="75" y="2"/>
                  </a:cubicBezTo>
                  <a:lnTo>
                    <a:pt x="98" y="2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381" name="CustomShape 12"/>
            <p:cNvSpPr/>
            <p:nvPr/>
          </p:nvSpPr>
          <p:spPr>
            <a:xfrm>
              <a:off x="843840" y="4678200"/>
              <a:ext cx="53640" cy="21960"/>
            </a:xfrm>
            <a:custGeom>
              <a:avLst/>
              <a:gdLst>
                <a:gd name="textAreaLeft" fmla="*/ 0 w 53640"/>
                <a:gd name="textAreaRight" fmla="*/ 55800 w 53640"/>
                <a:gd name="textAreaTop" fmla="*/ 0 h 21960"/>
                <a:gd name="textAreaBottom" fmla="*/ 24120 h 21960"/>
              </a:gdLst>
              <a:ahLst/>
              <a:rect l="textAreaLeft" t="textAreaTop" r="textAreaRight" b="textAreaBottom"/>
              <a:pathLst>
                <a:path w="37" h="17">
                  <a:moveTo>
                    <a:pt x="14" y="2"/>
                  </a:moveTo>
                  <a:lnTo>
                    <a:pt x="9" y="2"/>
                  </a:lnTo>
                  <a:lnTo>
                    <a:pt x="9" y="17"/>
                  </a:lnTo>
                  <a:lnTo>
                    <a:pt x="6" y="17"/>
                  </a:lnTo>
                  <a:lnTo>
                    <a:pt x="6" y="2"/>
                  </a:lnTo>
                  <a:lnTo>
                    <a:pt x="0" y="2"/>
                  </a:lnTo>
                  <a:lnTo>
                    <a:pt x="0" y="0"/>
                  </a:lnTo>
                  <a:lnTo>
                    <a:pt x="14" y="0"/>
                  </a:lnTo>
                  <a:lnTo>
                    <a:pt x="14" y="2"/>
                  </a:lnTo>
                  <a:close/>
                  <a:moveTo>
                    <a:pt x="37" y="17"/>
                  </a:moveTo>
                  <a:lnTo>
                    <a:pt x="34" y="17"/>
                  </a:lnTo>
                  <a:lnTo>
                    <a:pt x="34" y="2"/>
                  </a:lnTo>
                  <a:lnTo>
                    <a:pt x="34" y="2"/>
                  </a:lnTo>
                  <a:lnTo>
                    <a:pt x="29" y="17"/>
                  </a:lnTo>
                  <a:lnTo>
                    <a:pt x="27" y="17"/>
                  </a:lnTo>
                  <a:lnTo>
                    <a:pt x="21" y="2"/>
                  </a:lnTo>
                  <a:lnTo>
                    <a:pt x="20" y="2"/>
                  </a:lnTo>
                  <a:lnTo>
                    <a:pt x="20" y="17"/>
                  </a:lnTo>
                  <a:lnTo>
                    <a:pt x="18" y="17"/>
                  </a:lnTo>
                  <a:lnTo>
                    <a:pt x="18" y="0"/>
                  </a:lnTo>
                  <a:lnTo>
                    <a:pt x="22" y="0"/>
                  </a:lnTo>
                  <a:lnTo>
                    <a:pt x="28" y="13"/>
                  </a:lnTo>
                  <a:lnTo>
                    <a:pt x="33" y="0"/>
                  </a:lnTo>
                  <a:lnTo>
                    <a:pt x="37" y="0"/>
                  </a:lnTo>
                  <a:lnTo>
                    <a:pt x="37" y="17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20880" bIns="-2088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39" r:id="rId2"/>
  </p:sldLayoutIdLst>
</p:sldMaster>
</file>

<file path=ppt/slideMasters/slideMaster4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CustomShape 1" hidden="1"/>
          <p:cNvSpPr/>
          <p:nvPr/>
        </p:nvSpPr>
        <p:spPr>
          <a:xfrm>
            <a:off x="314280" y="4535640"/>
            <a:ext cx="270000" cy="32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00" rIns="0" tIns="0" bIns="0" anchor="b">
            <a:normAutofit/>
          </a:bodyPr>
          <a:p>
            <a:pPr>
              <a:lnSpc>
                <a:spcPct val="85000"/>
              </a:lnSpc>
              <a:spcAft>
                <a:spcPts val="1199"/>
              </a:spcAft>
            </a:pPr>
            <a:fld id="{66DF75CE-0BAE-40F8-9576-7D5CB7D1B8CF}" type="slidenum">
              <a:rPr b="0" lang="fr-FR" sz="800" spc="-1" strike="noStrike">
                <a:solidFill>
                  <a:srgbClr val="000000"/>
                </a:solidFill>
                <a:latin typeface="Helvetica 75 Bold"/>
                <a:ea typeface="DejaVu Sans"/>
              </a:rPr>
              <a:t>&lt;number&gt;</a:t>
            </a:fld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383" name="Group 4"/>
          <p:cNvGrpSpPr/>
          <p:nvPr/>
        </p:nvGrpSpPr>
        <p:grpSpPr>
          <a:xfrm>
            <a:off x="313560" y="4233960"/>
            <a:ext cx="607680" cy="607680"/>
            <a:chOff x="313560" y="4233960"/>
            <a:chExt cx="607680" cy="607680"/>
          </a:xfrm>
        </p:grpSpPr>
        <p:sp>
          <p:nvSpPr>
            <p:cNvPr id="384" name="CustomShape 5"/>
            <p:cNvSpPr/>
            <p:nvPr/>
          </p:nvSpPr>
          <p:spPr>
            <a:xfrm>
              <a:off x="313560" y="4233960"/>
              <a:ext cx="607680" cy="607680"/>
            </a:xfrm>
            <a:prstGeom prst="rect">
              <a:avLst/>
            </a:prstGeom>
            <a:solidFill>
              <a:srgbClr val="ff79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385" name="CustomShape 6"/>
            <p:cNvSpPr/>
            <p:nvPr/>
          </p:nvSpPr>
          <p:spPr>
            <a:xfrm>
              <a:off x="500760" y="4708440"/>
              <a:ext cx="69480" cy="82440"/>
            </a:xfrm>
            <a:custGeom>
              <a:avLst/>
              <a:gdLst>
                <a:gd name="textAreaLeft" fmla="*/ 0 w 69480"/>
                <a:gd name="textAreaRight" fmla="*/ 71640 w 69480"/>
                <a:gd name="textAreaTop" fmla="*/ 0 h 82440"/>
                <a:gd name="textAreaBottom" fmla="*/ 84600 h 82440"/>
              </a:gdLst>
              <a:ahLst/>
              <a:rect l="textAreaLeft" t="textAreaTop" r="textAreaRight" b="textAreaBottom"/>
              <a:pathLst>
                <a:path w="93" h="109">
                  <a:moveTo>
                    <a:pt x="66" y="99"/>
                  </a:moveTo>
                  <a:cubicBezTo>
                    <a:pt x="55" y="106"/>
                    <a:pt x="43" y="109"/>
                    <a:pt x="31" y="109"/>
                  </a:cubicBezTo>
                  <a:cubicBezTo>
                    <a:pt x="11" y="109"/>
                    <a:pt x="0" y="96"/>
                    <a:pt x="0" y="79"/>
                  </a:cubicBezTo>
                  <a:cubicBezTo>
                    <a:pt x="0" y="55"/>
                    <a:pt x="21" y="42"/>
                    <a:pt x="66" y="37"/>
                  </a:cubicBezTo>
                  <a:cubicBezTo>
                    <a:pt x="66" y="32"/>
                    <a:pt x="66" y="32"/>
                    <a:pt x="66" y="32"/>
                  </a:cubicBezTo>
                  <a:cubicBezTo>
                    <a:pt x="66" y="24"/>
                    <a:pt x="60" y="19"/>
                    <a:pt x="49" y="19"/>
                  </a:cubicBezTo>
                  <a:cubicBezTo>
                    <a:pt x="39" y="19"/>
                    <a:pt x="30" y="24"/>
                    <a:pt x="24" y="32"/>
                  </a:cubicBezTo>
                  <a:cubicBezTo>
                    <a:pt x="5" y="21"/>
                    <a:pt x="5" y="21"/>
                    <a:pt x="5" y="21"/>
                  </a:cubicBezTo>
                  <a:cubicBezTo>
                    <a:pt x="15" y="7"/>
                    <a:pt x="30" y="0"/>
                    <a:pt x="50" y="0"/>
                  </a:cubicBezTo>
                  <a:cubicBezTo>
                    <a:pt x="77" y="0"/>
                    <a:pt x="93" y="12"/>
                    <a:pt x="93" y="32"/>
                  </a:cubicBezTo>
                  <a:cubicBezTo>
                    <a:pt x="93" y="32"/>
                    <a:pt x="93" y="108"/>
                    <a:pt x="93" y="108"/>
                  </a:cubicBezTo>
                  <a:cubicBezTo>
                    <a:pt x="68" y="108"/>
                    <a:pt x="68" y="108"/>
                    <a:pt x="68" y="108"/>
                  </a:cubicBezTo>
                  <a:lnTo>
                    <a:pt x="66" y="99"/>
                  </a:lnTo>
                  <a:close/>
                  <a:moveTo>
                    <a:pt x="27" y="77"/>
                  </a:moveTo>
                  <a:cubicBezTo>
                    <a:pt x="27" y="84"/>
                    <a:pt x="31" y="90"/>
                    <a:pt x="39" y="90"/>
                  </a:cubicBezTo>
                  <a:cubicBezTo>
                    <a:pt x="48" y="90"/>
                    <a:pt x="57" y="87"/>
                    <a:pt x="65" y="79"/>
                  </a:cubicBezTo>
                  <a:cubicBezTo>
                    <a:pt x="65" y="54"/>
                    <a:pt x="65" y="54"/>
                    <a:pt x="65" y="54"/>
                  </a:cubicBezTo>
                  <a:cubicBezTo>
                    <a:pt x="39" y="57"/>
                    <a:pt x="27" y="64"/>
                    <a:pt x="27" y="77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600" bIns="396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386" name="CustomShape 7"/>
            <p:cNvSpPr/>
            <p:nvPr/>
          </p:nvSpPr>
          <p:spPr>
            <a:xfrm>
              <a:off x="592920" y="4708440"/>
              <a:ext cx="71280" cy="82440"/>
            </a:xfrm>
            <a:custGeom>
              <a:avLst/>
              <a:gdLst>
                <a:gd name="textAreaLeft" fmla="*/ 0 w 71280"/>
                <a:gd name="textAreaRight" fmla="*/ 73440 w 71280"/>
                <a:gd name="textAreaTop" fmla="*/ 0 h 82440"/>
                <a:gd name="textAreaBottom" fmla="*/ 84600 h 82440"/>
              </a:gdLst>
              <a:ahLst/>
              <a:rect l="textAreaLeft" t="textAreaTop" r="textAreaRight" b="textAreaBottom"/>
              <a:pathLst>
                <a:path w="94" h="108">
                  <a:moveTo>
                    <a:pt x="0" y="5"/>
                  </a:moveTo>
                  <a:cubicBezTo>
                    <a:pt x="23" y="2"/>
                    <a:pt x="23" y="2"/>
                    <a:pt x="23" y="2"/>
                  </a:cubicBezTo>
                  <a:cubicBezTo>
                    <a:pt x="25" y="15"/>
                    <a:pt x="25" y="15"/>
                    <a:pt x="25" y="15"/>
                  </a:cubicBezTo>
                  <a:cubicBezTo>
                    <a:pt x="38" y="5"/>
                    <a:pt x="48" y="0"/>
                    <a:pt x="61" y="0"/>
                  </a:cubicBezTo>
                  <a:cubicBezTo>
                    <a:pt x="83" y="0"/>
                    <a:pt x="94" y="12"/>
                    <a:pt x="94" y="34"/>
                  </a:cubicBezTo>
                  <a:cubicBezTo>
                    <a:pt x="94" y="108"/>
                    <a:pt x="94" y="108"/>
                    <a:pt x="94" y="108"/>
                  </a:cubicBezTo>
                  <a:cubicBezTo>
                    <a:pt x="66" y="108"/>
                    <a:pt x="66" y="108"/>
                    <a:pt x="66" y="108"/>
                  </a:cubicBezTo>
                  <a:cubicBezTo>
                    <a:pt x="66" y="39"/>
                    <a:pt x="66" y="39"/>
                    <a:pt x="66" y="39"/>
                  </a:cubicBezTo>
                  <a:cubicBezTo>
                    <a:pt x="66" y="26"/>
                    <a:pt x="63" y="21"/>
                    <a:pt x="53" y="21"/>
                  </a:cubicBezTo>
                  <a:cubicBezTo>
                    <a:pt x="45" y="21"/>
                    <a:pt x="36" y="24"/>
                    <a:pt x="27" y="32"/>
                  </a:cubicBezTo>
                  <a:cubicBezTo>
                    <a:pt x="27" y="108"/>
                    <a:pt x="27" y="108"/>
                    <a:pt x="27" y="108"/>
                  </a:cubicBezTo>
                  <a:cubicBezTo>
                    <a:pt x="0" y="108"/>
                    <a:pt x="0" y="108"/>
                    <a:pt x="0" y="108"/>
                  </a:cubicBezTo>
                  <a:lnTo>
                    <a:pt x="0" y="5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600" bIns="396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387" name="CustomShape 8"/>
            <p:cNvSpPr/>
            <p:nvPr/>
          </p:nvSpPr>
          <p:spPr>
            <a:xfrm>
              <a:off x="778680" y="4708440"/>
              <a:ext cx="74160" cy="83880"/>
            </a:xfrm>
            <a:custGeom>
              <a:avLst/>
              <a:gdLst>
                <a:gd name="textAreaLeft" fmla="*/ 0 w 74160"/>
                <a:gd name="textAreaRight" fmla="*/ 76320 w 74160"/>
                <a:gd name="textAreaTop" fmla="*/ 0 h 83880"/>
                <a:gd name="textAreaBottom" fmla="*/ 86040 h 83880"/>
              </a:gdLst>
              <a:ahLst/>
              <a:rect l="textAreaLeft" t="textAreaTop" r="textAreaRight" b="textAreaBottom"/>
              <a:pathLst>
                <a:path w="98" h="110">
                  <a:moveTo>
                    <a:pt x="50" y="110"/>
                  </a:moveTo>
                  <a:cubicBezTo>
                    <a:pt x="19" y="110"/>
                    <a:pt x="0" y="90"/>
                    <a:pt x="0" y="55"/>
                  </a:cubicBezTo>
                  <a:cubicBezTo>
                    <a:pt x="0" y="20"/>
                    <a:pt x="19" y="0"/>
                    <a:pt x="49" y="0"/>
                  </a:cubicBezTo>
                  <a:cubicBezTo>
                    <a:pt x="80" y="0"/>
                    <a:pt x="98" y="20"/>
                    <a:pt x="98" y="54"/>
                  </a:cubicBezTo>
                  <a:cubicBezTo>
                    <a:pt x="98" y="56"/>
                    <a:pt x="97" y="57"/>
                    <a:pt x="97" y="59"/>
                  </a:cubicBezTo>
                  <a:cubicBezTo>
                    <a:pt x="27" y="59"/>
                    <a:pt x="27" y="59"/>
                    <a:pt x="27" y="59"/>
                  </a:cubicBezTo>
                  <a:cubicBezTo>
                    <a:pt x="28" y="79"/>
                    <a:pt x="36" y="89"/>
                    <a:pt x="52" y="89"/>
                  </a:cubicBezTo>
                  <a:cubicBezTo>
                    <a:pt x="63" y="89"/>
                    <a:pt x="70" y="85"/>
                    <a:pt x="76" y="76"/>
                  </a:cubicBezTo>
                  <a:cubicBezTo>
                    <a:pt x="96" y="87"/>
                    <a:pt x="96" y="87"/>
                    <a:pt x="96" y="87"/>
                  </a:cubicBezTo>
                  <a:cubicBezTo>
                    <a:pt x="87" y="102"/>
                    <a:pt x="71" y="110"/>
                    <a:pt x="50" y="110"/>
                  </a:cubicBezTo>
                  <a:close/>
                  <a:moveTo>
                    <a:pt x="70" y="41"/>
                  </a:moveTo>
                  <a:cubicBezTo>
                    <a:pt x="70" y="27"/>
                    <a:pt x="62" y="19"/>
                    <a:pt x="49" y="19"/>
                  </a:cubicBezTo>
                  <a:cubicBezTo>
                    <a:pt x="37" y="19"/>
                    <a:pt x="29" y="27"/>
                    <a:pt x="28" y="41"/>
                  </a:cubicBezTo>
                  <a:lnTo>
                    <a:pt x="70" y="41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1040" bIns="4104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388" name="CustomShape 9"/>
            <p:cNvSpPr/>
            <p:nvPr/>
          </p:nvSpPr>
          <p:spPr>
            <a:xfrm>
              <a:off x="347040" y="4708440"/>
              <a:ext cx="79200" cy="83880"/>
            </a:xfrm>
            <a:custGeom>
              <a:avLst/>
              <a:gdLst>
                <a:gd name="textAreaLeft" fmla="*/ 0 w 79200"/>
                <a:gd name="textAreaRight" fmla="*/ 81360 w 79200"/>
                <a:gd name="textAreaTop" fmla="*/ 0 h 83880"/>
                <a:gd name="textAreaBottom" fmla="*/ 86040 h 83880"/>
              </a:gdLst>
              <a:ahLst/>
              <a:rect l="textAreaLeft" t="textAreaTop" r="textAreaRight" b="textAreaBottom"/>
              <a:pathLst>
                <a:path w="104" h="111">
                  <a:moveTo>
                    <a:pt x="52" y="111"/>
                  </a:moveTo>
                  <a:cubicBezTo>
                    <a:pt x="25" y="111"/>
                    <a:pt x="0" y="93"/>
                    <a:pt x="0" y="55"/>
                  </a:cubicBezTo>
                  <a:cubicBezTo>
                    <a:pt x="0" y="17"/>
                    <a:pt x="25" y="0"/>
                    <a:pt x="52" y="0"/>
                  </a:cubicBezTo>
                  <a:cubicBezTo>
                    <a:pt x="79" y="0"/>
                    <a:pt x="104" y="17"/>
                    <a:pt x="104" y="55"/>
                  </a:cubicBezTo>
                  <a:cubicBezTo>
                    <a:pt x="104" y="93"/>
                    <a:pt x="79" y="111"/>
                    <a:pt x="52" y="111"/>
                  </a:cubicBezTo>
                  <a:close/>
                  <a:moveTo>
                    <a:pt x="52" y="23"/>
                  </a:moveTo>
                  <a:cubicBezTo>
                    <a:pt x="31" y="23"/>
                    <a:pt x="28" y="42"/>
                    <a:pt x="28" y="55"/>
                  </a:cubicBezTo>
                  <a:cubicBezTo>
                    <a:pt x="28" y="69"/>
                    <a:pt x="31" y="87"/>
                    <a:pt x="52" y="87"/>
                  </a:cubicBezTo>
                  <a:cubicBezTo>
                    <a:pt x="73" y="87"/>
                    <a:pt x="77" y="69"/>
                    <a:pt x="77" y="55"/>
                  </a:cubicBezTo>
                  <a:cubicBezTo>
                    <a:pt x="77" y="42"/>
                    <a:pt x="73" y="23"/>
                    <a:pt x="52" y="23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1040" bIns="4104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389" name="CustomShape 10"/>
            <p:cNvSpPr/>
            <p:nvPr/>
          </p:nvSpPr>
          <p:spPr>
            <a:xfrm>
              <a:off x="446760" y="4708440"/>
              <a:ext cx="42480" cy="82440"/>
            </a:xfrm>
            <a:custGeom>
              <a:avLst/>
              <a:gdLst>
                <a:gd name="textAreaLeft" fmla="*/ 0 w 42480"/>
                <a:gd name="textAreaRight" fmla="*/ 44640 w 42480"/>
                <a:gd name="textAreaTop" fmla="*/ 0 h 82440"/>
                <a:gd name="textAreaBottom" fmla="*/ 84600 h 82440"/>
              </a:gdLst>
              <a:ahLst/>
              <a:rect l="textAreaLeft" t="textAreaTop" r="textAreaRight" b="textAreaBottom"/>
              <a:pathLst>
                <a:path w="59" h="108">
                  <a:moveTo>
                    <a:pt x="0" y="3"/>
                  </a:moveTo>
                  <a:cubicBezTo>
                    <a:pt x="26" y="3"/>
                    <a:pt x="26" y="3"/>
                    <a:pt x="26" y="3"/>
                  </a:cubicBezTo>
                  <a:cubicBezTo>
                    <a:pt x="26" y="15"/>
                    <a:pt x="26" y="15"/>
                    <a:pt x="26" y="15"/>
                  </a:cubicBezTo>
                  <a:cubicBezTo>
                    <a:pt x="31" y="8"/>
                    <a:pt x="44" y="0"/>
                    <a:pt x="55" y="0"/>
                  </a:cubicBezTo>
                  <a:cubicBezTo>
                    <a:pt x="57" y="0"/>
                    <a:pt x="58" y="0"/>
                    <a:pt x="59" y="1"/>
                  </a:cubicBezTo>
                  <a:cubicBezTo>
                    <a:pt x="59" y="27"/>
                    <a:pt x="59" y="27"/>
                    <a:pt x="59" y="27"/>
                  </a:cubicBezTo>
                  <a:cubicBezTo>
                    <a:pt x="59" y="27"/>
                    <a:pt x="58" y="27"/>
                    <a:pt x="58" y="27"/>
                  </a:cubicBezTo>
                  <a:cubicBezTo>
                    <a:pt x="46" y="27"/>
                    <a:pt x="32" y="28"/>
                    <a:pt x="28" y="38"/>
                  </a:cubicBezTo>
                  <a:cubicBezTo>
                    <a:pt x="28" y="108"/>
                    <a:pt x="28" y="108"/>
                    <a:pt x="28" y="108"/>
                  </a:cubicBezTo>
                  <a:cubicBezTo>
                    <a:pt x="0" y="108"/>
                    <a:pt x="0" y="108"/>
                    <a:pt x="0" y="108"/>
                  </a:cubicBezTo>
                  <a:lnTo>
                    <a:pt x="0" y="3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600" bIns="396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390" name="CustomShape 11"/>
            <p:cNvSpPr/>
            <p:nvPr/>
          </p:nvSpPr>
          <p:spPr>
            <a:xfrm>
              <a:off x="685080" y="4708440"/>
              <a:ext cx="74160" cy="115560"/>
            </a:xfrm>
            <a:custGeom>
              <a:avLst/>
              <a:gdLst>
                <a:gd name="textAreaLeft" fmla="*/ 0 w 74160"/>
                <a:gd name="textAreaRight" fmla="*/ 76320 w 74160"/>
                <a:gd name="textAreaTop" fmla="*/ 0 h 115560"/>
                <a:gd name="textAreaBottom" fmla="*/ 117720 h 115560"/>
              </a:gdLst>
              <a:ahLst/>
              <a:rect l="textAreaLeft" t="textAreaTop" r="textAreaRight" b="textAreaBottom"/>
              <a:pathLst>
                <a:path w="98" h="149">
                  <a:moveTo>
                    <a:pt x="49" y="85"/>
                  </a:moveTo>
                  <a:cubicBezTo>
                    <a:pt x="70" y="85"/>
                    <a:pt x="72" y="64"/>
                    <a:pt x="72" y="50"/>
                  </a:cubicBezTo>
                  <a:cubicBezTo>
                    <a:pt x="72" y="33"/>
                    <a:pt x="64" y="20"/>
                    <a:pt x="49" y="20"/>
                  </a:cubicBezTo>
                  <a:cubicBezTo>
                    <a:pt x="39" y="20"/>
                    <a:pt x="28" y="27"/>
                    <a:pt x="28" y="51"/>
                  </a:cubicBezTo>
                  <a:cubicBezTo>
                    <a:pt x="28" y="64"/>
                    <a:pt x="29" y="85"/>
                    <a:pt x="49" y="85"/>
                  </a:cubicBezTo>
                  <a:close/>
                  <a:moveTo>
                    <a:pt x="98" y="2"/>
                  </a:moveTo>
                  <a:cubicBezTo>
                    <a:pt x="98" y="102"/>
                    <a:pt x="98" y="102"/>
                    <a:pt x="98" y="102"/>
                  </a:cubicBezTo>
                  <a:cubicBezTo>
                    <a:pt x="98" y="119"/>
                    <a:pt x="97" y="148"/>
                    <a:pt x="47" y="149"/>
                  </a:cubicBezTo>
                  <a:cubicBezTo>
                    <a:pt x="26" y="149"/>
                    <a:pt x="7" y="141"/>
                    <a:pt x="3" y="123"/>
                  </a:cubicBezTo>
                  <a:cubicBezTo>
                    <a:pt x="30" y="118"/>
                    <a:pt x="30" y="118"/>
                    <a:pt x="30" y="118"/>
                  </a:cubicBezTo>
                  <a:cubicBezTo>
                    <a:pt x="32" y="123"/>
                    <a:pt x="35" y="128"/>
                    <a:pt x="50" y="128"/>
                  </a:cubicBezTo>
                  <a:cubicBezTo>
                    <a:pt x="65" y="128"/>
                    <a:pt x="72" y="122"/>
                    <a:pt x="72" y="105"/>
                  </a:cubicBezTo>
                  <a:cubicBezTo>
                    <a:pt x="72" y="93"/>
                    <a:pt x="72" y="93"/>
                    <a:pt x="72" y="93"/>
                  </a:cubicBezTo>
                  <a:cubicBezTo>
                    <a:pt x="71" y="92"/>
                    <a:pt x="71" y="92"/>
                    <a:pt x="71" y="92"/>
                  </a:cubicBezTo>
                  <a:cubicBezTo>
                    <a:pt x="67" y="100"/>
                    <a:pt x="60" y="108"/>
                    <a:pt x="44" y="108"/>
                  </a:cubicBezTo>
                  <a:cubicBezTo>
                    <a:pt x="19" y="108"/>
                    <a:pt x="0" y="91"/>
                    <a:pt x="0" y="55"/>
                  </a:cubicBezTo>
                  <a:cubicBezTo>
                    <a:pt x="0" y="20"/>
                    <a:pt x="20" y="0"/>
                    <a:pt x="42" y="0"/>
                  </a:cubicBezTo>
                  <a:cubicBezTo>
                    <a:pt x="63" y="0"/>
                    <a:pt x="71" y="10"/>
                    <a:pt x="73" y="15"/>
                  </a:cubicBezTo>
                  <a:cubicBezTo>
                    <a:pt x="73" y="15"/>
                    <a:pt x="73" y="15"/>
                    <a:pt x="73" y="15"/>
                  </a:cubicBezTo>
                  <a:cubicBezTo>
                    <a:pt x="75" y="2"/>
                    <a:pt x="75" y="2"/>
                    <a:pt x="75" y="2"/>
                  </a:cubicBezTo>
                  <a:lnTo>
                    <a:pt x="98" y="2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391" name="CustomShape 12"/>
            <p:cNvSpPr/>
            <p:nvPr/>
          </p:nvSpPr>
          <p:spPr>
            <a:xfrm>
              <a:off x="843840" y="4678200"/>
              <a:ext cx="53640" cy="21960"/>
            </a:xfrm>
            <a:custGeom>
              <a:avLst/>
              <a:gdLst>
                <a:gd name="textAreaLeft" fmla="*/ 0 w 53640"/>
                <a:gd name="textAreaRight" fmla="*/ 55800 w 53640"/>
                <a:gd name="textAreaTop" fmla="*/ 0 h 21960"/>
                <a:gd name="textAreaBottom" fmla="*/ 24120 h 21960"/>
              </a:gdLst>
              <a:ahLst/>
              <a:rect l="textAreaLeft" t="textAreaTop" r="textAreaRight" b="textAreaBottom"/>
              <a:pathLst>
                <a:path w="37" h="17">
                  <a:moveTo>
                    <a:pt x="14" y="2"/>
                  </a:moveTo>
                  <a:lnTo>
                    <a:pt x="9" y="2"/>
                  </a:lnTo>
                  <a:lnTo>
                    <a:pt x="9" y="17"/>
                  </a:lnTo>
                  <a:lnTo>
                    <a:pt x="6" y="17"/>
                  </a:lnTo>
                  <a:lnTo>
                    <a:pt x="6" y="2"/>
                  </a:lnTo>
                  <a:lnTo>
                    <a:pt x="0" y="2"/>
                  </a:lnTo>
                  <a:lnTo>
                    <a:pt x="0" y="0"/>
                  </a:lnTo>
                  <a:lnTo>
                    <a:pt x="14" y="0"/>
                  </a:lnTo>
                  <a:lnTo>
                    <a:pt x="14" y="2"/>
                  </a:lnTo>
                  <a:close/>
                  <a:moveTo>
                    <a:pt x="37" y="17"/>
                  </a:moveTo>
                  <a:lnTo>
                    <a:pt x="34" y="17"/>
                  </a:lnTo>
                  <a:lnTo>
                    <a:pt x="34" y="2"/>
                  </a:lnTo>
                  <a:lnTo>
                    <a:pt x="34" y="2"/>
                  </a:lnTo>
                  <a:lnTo>
                    <a:pt x="29" y="17"/>
                  </a:lnTo>
                  <a:lnTo>
                    <a:pt x="27" y="17"/>
                  </a:lnTo>
                  <a:lnTo>
                    <a:pt x="21" y="2"/>
                  </a:lnTo>
                  <a:lnTo>
                    <a:pt x="20" y="2"/>
                  </a:lnTo>
                  <a:lnTo>
                    <a:pt x="20" y="17"/>
                  </a:lnTo>
                  <a:lnTo>
                    <a:pt x="18" y="17"/>
                  </a:lnTo>
                  <a:lnTo>
                    <a:pt x="18" y="0"/>
                  </a:lnTo>
                  <a:lnTo>
                    <a:pt x="22" y="0"/>
                  </a:lnTo>
                  <a:lnTo>
                    <a:pt x="28" y="13"/>
                  </a:lnTo>
                  <a:lnTo>
                    <a:pt x="33" y="0"/>
                  </a:lnTo>
                  <a:lnTo>
                    <a:pt x="37" y="0"/>
                  </a:lnTo>
                  <a:lnTo>
                    <a:pt x="37" y="17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20880" bIns="-2088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</p:grpSp>
      <p:sp>
        <p:nvSpPr>
          <p:cNvPr id="39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3333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4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44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7222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5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3333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41" r:id="rId2"/>
  </p:sldLayoutIdLst>
</p:sldMaster>
</file>

<file path=ppt/slideMasters/slideMaster4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CustomShape 1" hidden="1"/>
          <p:cNvSpPr/>
          <p:nvPr/>
        </p:nvSpPr>
        <p:spPr>
          <a:xfrm>
            <a:off x="314280" y="4535640"/>
            <a:ext cx="270000" cy="32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00" rIns="0" tIns="0" bIns="0" anchor="b">
            <a:normAutofit/>
          </a:bodyPr>
          <a:p>
            <a:pPr>
              <a:lnSpc>
                <a:spcPct val="85000"/>
              </a:lnSpc>
              <a:spcAft>
                <a:spcPts val="1199"/>
              </a:spcAft>
            </a:pPr>
            <a:fld id="{C642F210-1276-4C25-8496-6DAD0956B1FC}" type="slidenum">
              <a:rPr b="0" lang="fr-FR" sz="800" spc="-1" strike="noStrike">
                <a:solidFill>
                  <a:srgbClr val="000000"/>
                </a:solidFill>
                <a:latin typeface="Helvetica 75 Bold"/>
                <a:ea typeface="DejaVu Sans"/>
              </a:rPr>
              <a:t>&lt;number&gt;</a:t>
            </a:fld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401" name="Group 4"/>
          <p:cNvGrpSpPr/>
          <p:nvPr/>
        </p:nvGrpSpPr>
        <p:grpSpPr>
          <a:xfrm>
            <a:off x="313560" y="4233960"/>
            <a:ext cx="607680" cy="607680"/>
            <a:chOff x="313560" y="4233960"/>
            <a:chExt cx="607680" cy="607680"/>
          </a:xfrm>
        </p:grpSpPr>
        <p:sp>
          <p:nvSpPr>
            <p:cNvPr id="402" name="CustomShape 5"/>
            <p:cNvSpPr/>
            <p:nvPr/>
          </p:nvSpPr>
          <p:spPr>
            <a:xfrm>
              <a:off x="313560" y="4233960"/>
              <a:ext cx="607680" cy="607680"/>
            </a:xfrm>
            <a:prstGeom prst="rect">
              <a:avLst/>
            </a:prstGeom>
            <a:solidFill>
              <a:srgbClr val="ff79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403" name="CustomShape 6"/>
            <p:cNvSpPr/>
            <p:nvPr/>
          </p:nvSpPr>
          <p:spPr>
            <a:xfrm>
              <a:off x="500760" y="4708440"/>
              <a:ext cx="69480" cy="82440"/>
            </a:xfrm>
            <a:custGeom>
              <a:avLst/>
              <a:gdLst>
                <a:gd name="textAreaLeft" fmla="*/ 0 w 69480"/>
                <a:gd name="textAreaRight" fmla="*/ 71640 w 69480"/>
                <a:gd name="textAreaTop" fmla="*/ 0 h 82440"/>
                <a:gd name="textAreaBottom" fmla="*/ 84600 h 82440"/>
              </a:gdLst>
              <a:ahLst/>
              <a:rect l="textAreaLeft" t="textAreaTop" r="textAreaRight" b="textAreaBottom"/>
              <a:pathLst>
                <a:path w="93" h="109">
                  <a:moveTo>
                    <a:pt x="66" y="99"/>
                  </a:moveTo>
                  <a:cubicBezTo>
                    <a:pt x="55" y="106"/>
                    <a:pt x="43" y="109"/>
                    <a:pt x="31" y="109"/>
                  </a:cubicBezTo>
                  <a:cubicBezTo>
                    <a:pt x="11" y="109"/>
                    <a:pt x="0" y="96"/>
                    <a:pt x="0" y="79"/>
                  </a:cubicBezTo>
                  <a:cubicBezTo>
                    <a:pt x="0" y="55"/>
                    <a:pt x="21" y="42"/>
                    <a:pt x="66" y="37"/>
                  </a:cubicBezTo>
                  <a:cubicBezTo>
                    <a:pt x="66" y="32"/>
                    <a:pt x="66" y="32"/>
                    <a:pt x="66" y="32"/>
                  </a:cubicBezTo>
                  <a:cubicBezTo>
                    <a:pt x="66" y="24"/>
                    <a:pt x="60" y="19"/>
                    <a:pt x="49" y="19"/>
                  </a:cubicBezTo>
                  <a:cubicBezTo>
                    <a:pt x="39" y="19"/>
                    <a:pt x="30" y="24"/>
                    <a:pt x="24" y="32"/>
                  </a:cubicBezTo>
                  <a:cubicBezTo>
                    <a:pt x="5" y="21"/>
                    <a:pt x="5" y="21"/>
                    <a:pt x="5" y="21"/>
                  </a:cubicBezTo>
                  <a:cubicBezTo>
                    <a:pt x="15" y="7"/>
                    <a:pt x="30" y="0"/>
                    <a:pt x="50" y="0"/>
                  </a:cubicBezTo>
                  <a:cubicBezTo>
                    <a:pt x="77" y="0"/>
                    <a:pt x="93" y="12"/>
                    <a:pt x="93" y="32"/>
                  </a:cubicBezTo>
                  <a:cubicBezTo>
                    <a:pt x="93" y="32"/>
                    <a:pt x="93" y="108"/>
                    <a:pt x="93" y="108"/>
                  </a:cubicBezTo>
                  <a:cubicBezTo>
                    <a:pt x="68" y="108"/>
                    <a:pt x="68" y="108"/>
                    <a:pt x="68" y="108"/>
                  </a:cubicBezTo>
                  <a:lnTo>
                    <a:pt x="66" y="99"/>
                  </a:lnTo>
                  <a:close/>
                  <a:moveTo>
                    <a:pt x="27" y="77"/>
                  </a:moveTo>
                  <a:cubicBezTo>
                    <a:pt x="27" y="84"/>
                    <a:pt x="31" y="90"/>
                    <a:pt x="39" y="90"/>
                  </a:cubicBezTo>
                  <a:cubicBezTo>
                    <a:pt x="48" y="90"/>
                    <a:pt x="57" y="87"/>
                    <a:pt x="65" y="79"/>
                  </a:cubicBezTo>
                  <a:cubicBezTo>
                    <a:pt x="65" y="54"/>
                    <a:pt x="65" y="54"/>
                    <a:pt x="65" y="54"/>
                  </a:cubicBezTo>
                  <a:cubicBezTo>
                    <a:pt x="39" y="57"/>
                    <a:pt x="27" y="64"/>
                    <a:pt x="27" y="77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600" bIns="396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404" name="CustomShape 7"/>
            <p:cNvSpPr/>
            <p:nvPr/>
          </p:nvSpPr>
          <p:spPr>
            <a:xfrm>
              <a:off x="592920" y="4708440"/>
              <a:ext cx="71280" cy="82440"/>
            </a:xfrm>
            <a:custGeom>
              <a:avLst/>
              <a:gdLst>
                <a:gd name="textAreaLeft" fmla="*/ 0 w 71280"/>
                <a:gd name="textAreaRight" fmla="*/ 73440 w 71280"/>
                <a:gd name="textAreaTop" fmla="*/ 0 h 82440"/>
                <a:gd name="textAreaBottom" fmla="*/ 84600 h 82440"/>
              </a:gdLst>
              <a:ahLst/>
              <a:rect l="textAreaLeft" t="textAreaTop" r="textAreaRight" b="textAreaBottom"/>
              <a:pathLst>
                <a:path w="94" h="108">
                  <a:moveTo>
                    <a:pt x="0" y="5"/>
                  </a:moveTo>
                  <a:cubicBezTo>
                    <a:pt x="23" y="2"/>
                    <a:pt x="23" y="2"/>
                    <a:pt x="23" y="2"/>
                  </a:cubicBezTo>
                  <a:cubicBezTo>
                    <a:pt x="25" y="15"/>
                    <a:pt x="25" y="15"/>
                    <a:pt x="25" y="15"/>
                  </a:cubicBezTo>
                  <a:cubicBezTo>
                    <a:pt x="38" y="5"/>
                    <a:pt x="48" y="0"/>
                    <a:pt x="61" y="0"/>
                  </a:cubicBezTo>
                  <a:cubicBezTo>
                    <a:pt x="83" y="0"/>
                    <a:pt x="94" y="12"/>
                    <a:pt x="94" y="34"/>
                  </a:cubicBezTo>
                  <a:cubicBezTo>
                    <a:pt x="94" y="108"/>
                    <a:pt x="94" y="108"/>
                    <a:pt x="94" y="108"/>
                  </a:cubicBezTo>
                  <a:cubicBezTo>
                    <a:pt x="66" y="108"/>
                    <a:pt x="66" y="108"/>
                    <a:pt x="66" y="108"/>
                  </a:cubicBezTo>
                  <a:cubicBezTo>
                    <a:pt x="66" y="39"/>
                    <a:pt x="66" y="39"/>
                    <a:pt x="66" y="39"/>
                  </a:cubicBezTo>
                  <a:cubicBezTo>
                    <a:pt x="66" y="26"/>
                    <a:pt x="63" y="21"/>
                    <a:pt x="53" y="21"/>
                  </a:cubicBezTo>
                  <a:cubicBezTo>
                    <a:pt x="45" y="21"/>
                    <a:pt x="36" y="24"/>
                    <a:pt x="27" y="32"/>
                  </a:cubicBezTo>
                  <a:cubicBezTo>
                    <a:pt x="27" y="108"/>
                    <a:pt x="27" y="108"/>
                    <a:pt x="27" y="108"/>
                  </a:cubicBezTo>
                  <a:cubicBezTo>
                    <a:pt x="0" y="108"/>
                    <a:pt x="0" y="108"/>
                    <a:pt x="0" y="108"/>
                  </a:cubicBezTo>
                  <a:lnTo>
                    <a:pt x="0" y="5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600" bIns="396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405" name="CustomShape 8"/>
            <p:cNvSpPr/>
            <p:nvPr/>
          </p:nvSpPr>
          <p:spPr>
            <a:xfrm>
              <a:off x="778680" y="4708440"/>
              <a:ext cx="74160" cy="83880"/>
            </a:xfrm>
            <a:custGeom>
              <a:avLst/>
              <a:gdLst>
                <a:gd name="textAreaLeft" fmla="*/ 0 w 74160"/>
                <a:gd name="textAreaRight" fmla="*/ 76320 w 74160"/>
                <a:gd name="textAreaTop" fmla="*/ 0 h 83880"/>
                <a:gd name="textAreaBottom" fmla="*/ 86040 h 83880"/>
              </a:gdLst>
              <a:ahLst/>
              <a:rect l="textAreaLeft" t="textAreaTop" r="textAreaRight" b="textAreaBottom"/>
              <a:pathLst>
                <a:path w="98" h="110">
                  <a:moveTo>
                    <a:pt x="50" y="110"/>
                  </a:moveTo>
                  <a:cubicBezTo>
                    <a:pt x="19" y="110"/>
                    <a:pt x="0" y="90"/>
                    <a:pt x="0" y="55"/>
                  </a:cubicBezTo>
                  <a:cubicBezTo>
                    <a:pt x="0" y="20"/>
                    <a:pt x="19" y="0"/>
                    <a:pt x="49" y="0"/>
                  </a:cubicBezTo>
                  <a:cubicBezTo>
                    <a:pt x="80" y="0"/>
                    <a:pt x="98" y="20"/>
                    <a:pt x="98" y="54"/>
                  </a:cubicBezTo>
                  <a:cubicBezTo>
                    <a:pt x="98" y="56"/>
                    <a:pt x="97" y="57"/>
                    <a:pt x="97" y="59"/>
                  </a:cubicBezTo>
                  <a:cubicBezTo>
                    <a:pt x="27" y="59"/>
                    <a:pt x="27" y="59"/>
                    <a:pt x="27" y="59"/>
                  </a:cubicBezTo>
                  <a:cubicBezTo>
                    <a:pt x="28" y="79"/>
                    <a:pt x="36" y="89"/>
                    <a:pt x="52" y="89"/>
                  </a:cubicBezTo>
                  <a:cubicBezTo>
                    <a:pt x="63" y="89"/>
                    <a:pt x="70" y="85"/>
                    <a:pt x="76" y="76"/>
                  </a:cubicBezTo>
                  <a:cubicBezTo>
                    <a:pt x="96" y="87"/>
                    <a:pt x="96" y="87"/>
                    <a:pt x="96" y="87"/>
                  </a:cubicBezTo>
                  <a:cubicBezTo>
                    <a:pt x="87" y="102"/>
                    <a:pt x="71" y="110"/>
                    <a:pt x="50" y="110"/>
                  </a:cubicBezTo>
                  <a:close/>
                  <a:moveTo>
                    <a:pt x="70" y="41"/>
                  </a:moveTo>
                  <a:cubicBezTo>
                    <a:pt x="70" y="27"/>
                    <a:pt x="62" y="19"/>
                    <a:pt x="49" y="19"/>
                  </a:cubicBezTo>
                  <a:cubicBezTo>
                    <a:pt x="37" y="19"/>
                    <a:pt x="29" y="27"/>
                    <a:pt x="28" y="41"/>
                  </a:cubicBezTo>
                  <a:lnTo>
                    <a:pt x="70" y="41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1040" bIns="4104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406" name="CustomShape 9"/>
            <p:cNvSpPr/>
            <p:nvPr/>
          </p:nvSpPr>
          <p:spPr>
            <a:xfrm>
              <a:off x="347040" y="4708440"/>
              <a:ext cx="79200" cy="83880"/>
            </a:xfrm>
            <a:custGeom>
              <a:avLst/>
              <a:gdLst>
                <a:gd name="textAreaLeft" fmla="*/ 0 w 79200"/>
                <a:gd name="textAreaRight" fmla="*/ 81360 w 79200"/>
                <a:gd name="textAreaTop" fmla="*/ 0 h 83880"/>
                <a:gd name="textAreaBottom" fmla="*/ 86040 h 83880"/>
              </a:gdLst>
              <a:ahLst/>
              <a:rect l="textAreaLeft" t="textAreaTop" r="textAreaRight" b="textAreaBottom"/>
              <a:pathLst>
                <a:path w="104" h="111">
                  <a:moveTo>
                    <a:pt x="52" y="111"/>
                  </a:moveTo>
                  <a:cubicBezTo>
                    <a:pt x="25" y="111"/>
                    <a:pt x="0" y="93"/>
                    <a:pt x="0" y="55"/>
                  </a:cubicBezTo>
                  <a:cubicBezTo>
                    <a:pt x="0" y="17"/>
                    <a:pt x="25" y="0"/>
                    <a:pt x="52" y="0"/>
                  </a:cubicBezTo>
                  <a:cubicBezTo>
                    <a:pt x="79" y="0"/>
                    <a:pt x="104" y="17"/>
                    <a:pt x="104" y="55"/>
                  </a:cubicBezTo>
                  <a:cubicBezTo>
                    <a:pt x="104" y="93"/>
                    <a:pt x="79" y="111"/>
                    <a:pt x="52" y="111"/>
                  </a:cubicBezTo>
                  <a:close/>
                  <a:moveTo>
                    <a:pt x="52" y="23"/>
                  </a:moveTo>
                  <a:cubicBezTo>
                    <a:pt x="31" y="23"/>
                    <a:pt x="28" y="42"/>
                    <a:pt x="28" y="55"/>
                  </a:cubicBezTo>
                  <a:cubicBezTo>
                    <a:pt x="28" y="69"/>
                    <a:pt x="31" y="87"/>
                    <a:pt x="52" y="87"/>
                  </a:cubicBezTo>
                  <a:cubicBezTo>
                    <a:pt x="73" y="87"/>
                    <a:pt x="77" y="69"/>
                    <a:pt x="77" y="55"/>
                  </a:cubicBezTo>
                  <a:cubicBezTo>
                    <a:pt x="77" y="42"/>
                    <a:pt x="73" y="23"/>
                    <a:pt x="52" y="23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1040" bIns="4104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407" name="CustomShape 10"/>
            <p:cNvSpPr/>
            <p:nvPr/>
          </p:nvSpPr>
          <p:spPr>
            <a:xfrm>
              <a:off x="446760" y="4708440"/>
              <a:ext cx="42480" cy="82440"/>
            </a:xfrm>
            <a:custGeom>
              <a:avLst/>
              <a:gdLst>
                <a:gd name="textAreaLeft" fmla="*/ 0 w 42480"/>
                <a:gd name="textAreaRight" fmla="*/ 44640 w 42480"/>
                <a:gd name="textAreaTop" fmla="*/ 0 h 82440"/>
                <a:gd name="textAreaBottom" fmla="*/ 84600 h 82440"/>
              </a:gdLst>
              <a:ahLst/>
              <a:rect l="textAreaLeft" t="textAreaTop" r="textAreaRight" b="textAreaBottom"/>
              <a:pathLst>
                <a:path w="59" h="108">
                  <a:moveTo>
                    <a:pt x="0" y="3"/>
                  </a:moveTo>
                  <a:cubicBezTo>
                    <a:pt x="26" y="3"/>
                    <a:pt x="26" y="3"/>
                    <a:pt x="26" y="3"/>
                  </a:cubicBezTo>
                  <a:cubicBezTo>
                    <a:pt x="26" y="15"/>
                    <a:pt x="26" y="15"/>
                    <a:pt x="26" y="15"/>
                  </a:cubicBezTo>
                  <a:cubicBezTo>
                    <a:pt x="31" y="8"/>
                    <a:pt x="44" y="0"/>
                    <a:pt x="55" y="0"/>
                  </a:cubicBezTo>
                  <a:cubicBezTo>
                    <a:pt x="57" y="0"/>
                    <a:pt x="58" y="0"/>
                    <a:pt x="59" y="1"/>
                  </a:cubicBezTo>
                  <a:cubicBezTo>
                    <a:pt x="59" y="27"/>
                    <a:pt x="59" y="27"/>
                    <a:pt x="59" y="27"/>
                  </a:cubicBezTo>
                  <a:cubicBezTo>
                    <a:pt x="59" y="27"/>
                    <a:pt x="58" y="27"/>
                    <a:pt x="58" y="27"/>
                  </a:cubicBezTo>
                  <a:cubicBezTo>
                    <a:pt x="46" y="27"/>
                    <a:pt x="32" y="28"/>
                    <a:pt x="28" y="38"/>
                  </a:cubicBezTo>
                  <a:cubicBezTo>
                    <a:pt x="28" y="108"/>
                    <a:pt x="28" y="108"/>
                    <a:pt x="28" y="108"/>
                  </a:cubicBezTo>
                  <a:cubicBezTo>
                    <a:pt x="0" y="108"/>
                    <a:pt x="0" y="108"/>
                    <a:pt x="0" y="108"/>
                  </a:cubicBezTo>
                  <a:lnTo>
                    <a:pt x="0" y="3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600" bIns="396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408" name="CustomShape 11"/>
            <p:cNvSpPr/>
            <p:nvPr/>
          </p:nvSpPr>
          <p:spPr>
            <a:xfrm>
              <a:off x="685080" y="4708440"/>
              <a:ext cx="74160" cy="115560"/>
            </a:xfrm>
            <a:custGeom>
              <a:avLst/>
              <a:gdLst>
                <a:gd name="textAreaLeft" fmla="*/ 0 w 74160"/>
                <a:gd name="textAreaRight" fmla="*/ 76320 w 74160"/>
                <a:gd name="textAreaTop" fmla="*/ 0 h 115560"/>
                <a:gd name="textAreaBottom" fmla="*/ 117720 h 115560"/>
              </a:gdLst>
              <a:ahLst/>
              <a:rect l="textAreaLeft" t="textAreaTop" r="textAreaRight" b="textAreaBottom"/>
              <a:pathLst>
                <a:path w="98" h="149">
                  <a:moveTo>
                    <a:pt x="49" y="85"/>
                  </a:moveTo>
                  <a:cubicBezTo>
                    <a:pt x="70" y="85"/>
                    <a:pt x="72" y="64"/>
                    <a:pt x="72" y="50"/>
                  </a:cubicBezTo>
                  <a:cubicBezTo>
                    <a:pt x="72" y="33"/>
                    <a:pt x="64" y="20"/>
                    <a:pt x="49" y="20"/>
                  </a:cubicBezTo>
                  <a:cubicBezTo>
                    <a:pt x="39" y="20"/>
                    <a:pt x="28" y="27"/>
                    <a:pt x="28" y="51"/>
                  </a:cubicBezTo>
                  <a:cubicBezTo>
                    <a:pt x="28" y="64"/>
                    <a:pt x="29" y="85"/>
                    <a:pt x="49" y="85"/>
                  </a:cubicBezTo>
                  <a:close/>
                  <a:moveTo>
                    <a:pt x="98" y="2"/>
                  </a:moveTo>
                  <a:cubicBezTo>
                    <a:pt x="98" y="102"/>
                    <a:pt x="98" y="102"/>
                    <a:pt x="98" y="102"/>
                  </a:cubicBezTo>
                  <a:cubicBezTo>
                    <a:pt x="98" y="119"/>
                    <a:pt x="97" y="148"/>
                    <a:pt x="47" y="149"/>
                  </a:cubicBezTo>
                  <a:cubicBezTo>
                    <a:pt x="26" y="149"/>
                    <a:pt x="7" y="141"/>
                    <a:pt x="3" y="123"/>
                  </a:cubicBezTo>
                  <a:cubicBezTo>
                    <a:pt x="30" y="118"/>
                    <a:pt x="30" y="118"/>
                    <a:pt x="30" y="118"/>
                  </a:cubicBezTo>
                  <a:cubicBezTo>
                    <a:pt x="32" y="123"/>
                    <a:pt x="35" y="128"/>
                    <a:pt x="50" y="128"/>
                  </a:cubicBezTo>
                  <a:cubicBezTo>
                    <a:pt x="65" y="128"/>
                    <a:pt x="72" y="122"/>
                    <a:pt x="72" y="105"/>
                  </a:cubicBezTo>
                  <a:cubicBezTo>
                    <a:pt x="72" y="93"/>
                    <a:pt x="72" y="93"/>
                    <a:pt x="72" y="93"/>
                  </a:cubicBezTo>
                  <a:cubicBezTo>
                    <a:pt x="71" y="92"/>
                    <a:pt x="71" y="92"/>
                    <a:pt x="71" y="92"/>
                  </a:cubicBezTo>
                  <a:cubicBezTo>
                    <a:pt x="67" y="100"/>
                    <a:pt x="60" y="108"/>
                    <a:pt x="44" y="108"/>
                  </a:cubicBezTo>
                  <a:cubicBezTo>
                    <a:pt x="19" y="108"/>
                    <a:pt x="0" y="91"/>
                    <a:pt x="0" y="55"/>
                  </a:cubicBezTo>
                  <a:cubicBezTo>
                    <a:pt x="0" y="20"/>
                    <a:pt x="20" y="0"/>
                    <a:pt x="42" y="0"/>
                  </a:cubicBezTo>
                  <a:cubicBezTo>
                    <a:pt x="63" y="0"/>
                    <a:pt x="71" y="10"/>
                    <a:pt x="73" y="15"/>
                  </a:cubicBezTo>
                  <a:cubicBezTo>
                    <a:pt x="73" y="15"/>
                    <a:pt x="73" y="15"/>
                    <a:pt x="73" y="15"/>
                  </a:cubicBezTo>
                  <a:cubicBezTo>
                    <a:pt x="75" y="2"/>
                    <a:pt x="75" y="2"/>
                    <a:pt x="75" y="2"/>
                  </a:cubicBezTo>
                  <a:lnTo>
                    <a:pt x="98" y="2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409" name="CustomShape 12"/>
            <p:cNvSpPr/>
            <p:nvPr/>
          </p:nvSpPr>
          <p:spPr>
            <a:xfrm>
              <a:off x="843840" y="4678200"/>
              <a:ext cx="53640" cy="21960"/>
            </a:xfrm>
            <a:custGeom>
              <a:avLst/>
              <a:gdLst>
                <a:gd name="textAreaLeft" fmla="*/ 0 w 53640"/>
                <a:gd name="textAreaRight" fmla="*/ 55800 w 53640"/>
                <a:gd name="textAreaTop" fmla="*/ 0 h 21960"/>
                <a:gd name="textAreaBottom" fmla="*/ 24120 h 21960"/>
              </a:gdLst>
              <a:ahLst/>
              <a:rect l="textAreaLeft" t="textAreaTop" r="textAreaRight" b="textAreaBottom"/>
              <a:pathLst>
                <a:path w="37" h="17">
                  <a:moveTo>
                    <a:pt x="14" y="2"/>
                  </a:moveTo>
                  <a:lnTo>
                    <a:pt x="9" y="2"/>
                  </a:lnTo>
                  <a:lnTo>
                    <a:pt x="9" y="17"/>
                  </a:lnTo>
                  <a:lnTo>
                    <a:pt x="6" y="17"/>
                  </a:lnTo>
                  <a:lnTo>
                    <a:pt x="6" y="2"/>
                  </a:lnTo>
                  <a:lnTo>
                    <a:pt x="0" y="2"/>
                  </a:lnTo>
                  <a:lnTo>
                    <a:pt x="0" y="0"/>
                  </a:lnTo>
                  <a:lnTo>
                    <a:pt x="14" y="0"/>
                  </a:lnTo>
                  <a:lnTo>
                    <a:pt x="14" y="2"/>
                  </a:lnTo>
                  <a:close/>
                  <a:moveTo>
                    <a:pt x="37" y="17"/>
                  </a:moveTo>
                  <a:lnTo>
                    <a:pt x="34" y="17"/>
                  </a:lnTo>
                  <a:lnTo>
                    <a:pt x="34" y="2"/>
                  </a:lnTo>
                  <a:lnTo>
                    <a:pt x="34" y="2"/>
                  </a:lnTo>
                  <a:lnTo>
                    <a:pt x="29" y="17"/>
                  </a:lnTo>
                  <a:lnTo>
                    <a:pt x="27" y="17"/>
                  </a:lnTo>
                  <a:lnTo>
                    <a:pt x="21" y="2"/>
                  </a:lnTo>
                  <a:lnTo>
                    <a:pt x="20" y="2"/>
                  </a:lnTo>
                  <a:lnTo>
                    <a:pt x="20" y="17"/>
                  </a:lnTo>
                  <a:lnTo>
                    <a:pt x="18" y="17"/>
                  </a:lnTo>
                  <a:lnTo>
                    <a:pt x="18" y="0"/>
                  </a:lnTo>
                  <a:lnTo>
                    <a:pt x="22" y="0"/>
                  </a:lnTo>
                  <a:lnTo>
                    <a:pt x="28" y="13"/>
                  </a:lnTo>
                  <a:lnTo>
                    <a:pt x="33" y="0"/>
                  </a:lnTo>
                  <a:lnTo>
                    <a:pt x="37" y="0"/>
                  </a:lnTo>
                  <a:lnTo>
                    <a:pt x="37" y="17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20880" bIns="-2088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</p:grpSp>
      <p:sp>
        <p:nvSpPr>
          <p:cNvPr id="41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44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7222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2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3333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3" name="PlaceHolder 4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3333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43" r:id="rId2"/>
  </p:sldLayoutIdLst>
</p:sldMaster>
</file>

<file path=ppt/slideMasters/slideMaster4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CustomShape 1"/>
          <p:cNvSpPr/>
          <p:nvPr/>
        </p:nvSpPr>
        <p:spPr>
          <a:xfrm>
            <a:off x="314280" y="4535640"/>
            <a:ext cx="270720" cy="33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00" rIns="0" tIns="0" bIns="0" anchor="b">
            <a:normAutofit/>
          </a:bodyPr>
          <a:p>
            <a:pPr>
              <a:lnSpc>
                <a:spcPct val="85000"/>
              </a:lnSpc>
              <a:spcAft>
                <a:spcPts val="1199"/>
              </a:spcAft>
            </a:pPr>
            <a:fld id="{703A893C-03E8-4248-BCCF-7C441911C07D}" type="slidenum">
              <a:rPr b="0" lang="fr-FR" sz="800" spc="-1" strike="noStrike">
                <a:solidFill>
                  <a:srgbClr val="000000"/>
                </a:solidFill>
                <a:latin typeface="Helvetica 75 Bold"/>
                <a:ea typeface="DejaVu Sans"/>
              </a:rPr>
              <a:t>&lt;number&gt;</a:t>
            </a:fld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9" name="CustomShape 4"/>
          <p:cNvSpPr/>
          <p:nvPr/>
        </p:nvSpPr>
        <p:spPr>
          <a:xfrm>
            <a:off x="619560" y="4749120"/>
            <a:ext cx="360" cy="11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42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3333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2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3333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3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888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45" r:id="rId2"/>
  </p:sldLayoutIdLst>
</p:sldMaster>
</file>

<file path=ppt/slideMasters/slideMaster5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CustomShape 1"/>
          <p:cNvSpPr/>
          <p:nvPr/>
        </p:nvSpPr>
        <p:spPr>
          <a:xfrm>
            <a:off x="314280" y="4535640"/>
            <a:ext cx="270720" cy="33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00" rIns="0" tIns="0" bIns="0" anchor="b">
            <a:normAutofit/>
          </a:bodyPr>
          <a:p>
            <a:pPr>
              <a:lnSpc>
                <a:spcPct val="85000"/>
              </a:lnSpc>
              <a:spcAft>
                <a:spcPts val="1199"/>
              </a:spcAft>
            </a:pPr>
            <a:fld id="{60E02386-6E87-4527-941E-31B81E9AE109}" type="slidenum">
              <a:rPr b="0" lang="fr-FR" sz="800" spc="-1" strike="noStrike">
                <a:solidFill>
                  <a:srgbClr val="000000"/>
                </a:solidFill>
                <a:latin typeface="Helvetica 75 Bold"/>
                <a:ea typeface="DejaVu Sans"/>
              </a:rPr>
              <a:t>&lt;number&gt;</a:t>
            </a:fld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9" name="CustomShape 4"/>
          <p:cNvSpPr/>
          <p:nvPr/>
        </p:nvSpPr>
        <p:spPr>
          <a:xfrm>
            <a:off x="619560" y="4749120"/>
            <a:ext cx="360" cy="11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43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888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2" name="PlaceHolder 3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888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47" r:id="rId2"/>
  </p:sldLayoutIdLst>
</p:sldMaster>
</file>

<file path=ppt/slideMasters/slideMaster5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CustomShape 1"/>
          <p:cNvSpPr/>
          <p:nvPr/>
        </p:nvSpPr>
        <p:spPr>
          <a:xfrm>
            <a:off x="314280" y="4535640"/>
            <a:ext cx="270720" cy="33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00" rIns="0" tIns="0" bIns="0" anchor="b">
            <a:normAutofit/>
          </a:bodyPr>
          <a:p>
            <a:pPr>
              <a:lnSpc>
                <a:spcPct val="85000"/>
              </a:lnSpc>
              <a:spcAft>
                <a:spcPts val="1199"/>
              </a:spcAft>
            </a:pPr>
            <a:fld id="{96BC2A04-F794-4E43-8E55-E2C73146BC61}" type="slidenum">
              <a:rPr b="0" lang="fr-FR" sz="800" spc="-1" strike="noStrike">
                <a:solidFill>
                  <a:srgbClr val="000000"/>
                </a:solidFill>
                <a:latin typeface="Helvetica 75 Bold"/>
                <a:ea typeface="DejaVu Sans"/>
              </a:rPr>
              <a:t>&lt;number&gt;</a:t>
            </a:fld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7" name="CustomShape 4"/>
          <p:cNvSpPr/>
          <p:nvPr/>
        </p:nvSpPr>
        <p:spPr>
          <a:xfrm>
            <a:off x="619560" y="4749120"/>
            <a:ext cx="360" cy="11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43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9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3333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0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3333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1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3333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2" name="PlaceHolder 5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3333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49" r:id="rId2"/>
  </p:sldLayoutIdLst>
</p:sldMaster>
</file>

<file path=ppt/slideMasters/slideMaster5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CustomShape 1"/>
          <p:cNvSpPr/>
          <p:nvPr/>
        </p:nvSpPr>
        <p:spPr>
          <a:xfrm>
            <a:off x="314280" y="4535640"/>
            <a:ext cx="270720" cy="33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00" rIns="0" tIns="0" bIns="0" anchor="b">
            <a:normAutofit/>
          </a:bodyPr>
          <a:p>
            <a:pPr>
              <a:lnSpc>
                <a:spcPct val="85000"/>
              </a:lnSpc>
              <a:spcAft>
                <a:spcPts val="1199"/>
              </a:spcAft>
            </a:pPr>
            <a:fld id="{71865A88-4C3E-4556-B769-E4E0C59C93CB}" type="slidenum">
              <a:rPr b="0" lang="fr-FR" sz="800" spc="-1" strike="noStrike">
                <a:solidFill>
                  <a:srgbClr val="000000"/>
                </a:solidFill>
                <a:latin typeface="Helvetica 75 Bold"/>
                <a:ea typeface="DejaVu Sans"/>
              </a:rPr>
              <a:t>&lt;number&gt;</a:t>
            </a:fld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9" name="CustomShape 4"/>
          <p:cNvSpPr/>
          <p:nvPr/>
        </p:nvSpPr>
        <p:spPr>
          <a:xfrm>
            <a:off x="619560" y="4749120"/>
            <a:ext cx="360" cy="11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51" r:id="rId2"/>
  </p:sldLayoutIdLst>
</p:sldMaster>
</file>

<file path=ppt/slideMasters/slideMaster5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CustomShape 1"/>
          <p:cNvSpPr/>
          <p:nvPr/>
        </p:nvSpPr>
        <p:spPr>
          <a:xfrm>
            <a:off x="314280" y="4535640"/>
            <a:ext cx="270720" cy="33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00" rIns="0" tIns="0" bIns="0" anchor="b">
            <a:normAutofit/>
          </a:bodyPr>
          <a:p>
            <a:pPr>
              <a:lnSpc>
                <a:spcPct val="85000"/>
              </a:lnSpc>
              <a:spcAft>
                <a:spcPts val="1199"/>
              </a:spcAft>
            </a:pPr>
            <a:fld id="{11FEACB7-1CD1-4042-B49F-63683472BD88}" type="slidenum">
              <a:rPr b="0" lang="fr-FR" sz="800" spc="-1" strike="noStrike">
                <a:solidFill>
                  <a:srgbClr val="000000"/>
                </a:solidFill>
                <a:latin typeface="Helvetica 75 Bold"/>
                <a:ea typeface="DejaVu Sans"/>
              </a:rPr>
              <a:t>&lt;number&gt;</a:t>
            </a:fld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1" name="CustomShape 4"/>
          <p:cNvSpPr/>
          <p:nvPr/>
        </p:nvSpPr>
        <p:spPr>
          <a:xfrm>
            <a:off x="619560" y="4749120"/>
            <a:ext cx="360" cy="11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45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53" r:id="rId2"/>
  </p:sldLayoutIdLst>
</p:sldMaster>
</file>

<file path=ppt/slideMasters/slideMaster5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CustomShape 1"/>
          <p:cNvSpPr/>
          <p:nvPr/>
        </p:nvSpPr>
        <p:spPr>
          <a:xfrm>
            <a:off x="314280" y="4535640"/>
            <a:ext cx="270720" cy="33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00" rIns="0" tIns="0" bIns="0" anchor="b">
            <a:normAutofit/>
          </a:bodyPr>
          <a:p>
            <a:pPr>
              <a:lnSpc>
                <a:spcPct val="85000"/>
              </a:lnSpc>
              <a:spcAft>
                <a:spcPts val="1199"/>
              </a:spcAft>
            </a:pPr>
            <a:fld id="{F9D1368E-F2BC-44DA-9D9A-A93D100F12CE}" type="slidenum">
              <a:rPr b="0" lang="fr-FR" sz="800" spc="-1" strike="noStrike">
                <a:solidFill>
                  <a:srgbClr val="000000"/>
                </a:solidFill>
                <a:latin typeface="Helvetica 75 Bold"/>
                <a:ea typeface="DejaVu Sans"/>
              </a:rPr>
              <a:t>&lt;number&gt;</a:t>
            </a:fld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5" name="CustomShape 4"/>
          <p:cNvSpPr/>
          <p:nvPr/>
        </p:nvSpPr>
        <p:spPr>
          <a:xfrm>
            <a:off x="619560" y="4749120"/>
            <a:ext cx="360" cy="11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45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7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888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55" r:id="rId2"/>
  </p:sldLayoutIdLst>
</p:sldMaster>
</file>

<file path=ppt/slideMasters/slideMaster5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CustomShape 1"/>
          <p:cNvSpPr/>
          <p:nvPr/>
        </p:nvSpPr>
        <p:spPr>
          <a:xfrm>
            <a:off x="314280" y="4535640"/>
            <a:ext cx="270720" cy="33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00" rIns="0" tIns="0" bIns="0" anchor="b">
            <a:normAutofit/>
          </a:bodyPr>
          <a:p>
            <a:pPr>
              <a:lnSpc>
                <a:spcPct val="85000"/>
              </a:lnSpc>
              <a:spcAft>
                <a:spcPts val="1199"/>
              </a:spcAft>
            </a:pPr>
            <a:fld id="{E5B324D9-D389-49E4-8E1B-899E7044C95B}" type="slidenum">
              <a:rPr b="0" lang="fr-FR" sz="800" spc="-1" strike="noStrike">
                <a:solidFill>
                  <a:srgbClr val="000000"/>
                </a:solidFill>
                <a:latin typeface="Helvetica 75 Bold"/>
                <a:ea typeface="DejaVu Sans"/>
              </a:rPr>
              <a:t>&lt;number&gt;</a:t>
            </a:fld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1" name="CustomShape 4"/>
          <p:cNvSpPr/>
          <p:nvPr/>
        </p:nvSpPr>
        <p:spPr>
          <a:xfrm>
            <a:off x="619560" y="4749120"/>
            <a:ext cx="360" cy="11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46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888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57" r:id="rId2"/>
  </p:sldLayoutIdLst>
</p:sldMaster>
</file>

<file path=ppt/slideMasters/slideMaster5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CustomShape 1"/>
          <p:cNvSpPr/>
          <p:nvPr/>
        </p:nvSpPr>
        <p:spPr>
          <a:xfrm>
            <a:off x="314280" y="4535640"/>
            <a:ext cx="270720" cy="33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00" rIns="0" tIns="0" bIns="0" anchor="b">
            <a:normAutofit/>
          </a:bodyPr>
          <a:p>
            <a:pPr>
              <a:lnSpc>
                <a:spcPct val="85000"/>
              </a:lnSpc>
              <a:spcAft>
                <a:spcPts val="1199"/>
              </a:spcAft>
            </a:pPr>
            <a:fld id="{954B9EC0-3DE9-4176-BD7C-23A82EDBDAAA}" type="slidenum">
              <a:rPr b="0" lang="fr-FR" sz="800" spc="-1" strike="noStrike">
                <a:solidFill>
                  <a:srgbClr val="000000"/>
                </a:solidFill>
                <a:latin typeface="Helvetica 75 Bold"/>
                <a:ea typeface="DejaVu Sans"/>
              </a:rPr>
              <a:t>&lt;number&gt;</a:t>
            </a:fld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7" name="CustomShape 4"/>
          <p:cNvSpPr/>
          <p:nvPr/>
        </p:nvSpPr>
        <p:spPr>
          <a:xfrm>
            <a:off x="619560" y="4749120"/>
            <a:ext cx="360" cy="11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46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9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44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7222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0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44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7222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59" r:id="rId2"/>
  </p:sldLayoutIdLst>
</p:sldMaster>
</file>

<file path=ppt/slideMasters/slideMaster5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CustomShape 1"/>
          <p:cNvSpPr/>
          <p:nvPr/>
        </p:nvSpPr>
        <p:spPr>
          <a:xfrm>
            <a:off x="314280" y="4535640"/>
            <a:ext cx="270720" cy="33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00" rIns="0" tIns="0" bIns="0" anchor="b">
            <a:normAutofit/>
          </a:bodyPr>
          <a:p>
            <a:pPr>
              <a:lnSpc>
                <a:spcPct val="85000"/>
              </a:lnSpc>
              <a:spcAft>
                <a:spcPts val="1199"/>
              </a:spcAft>
            </a:pPr>
            <a:fld id="{C737473C-BE2C-4904-856A-40A0AEABFC48}" type="slidenum">
              <a:rPr b="0" lang="fr-FR" sz="800" spc="-1" strike="noStrike">
                <a:solidFill>
                  <a:srgbClr val="000000"/>
                </a:solidFill>
                <a:latin typeface="Helvetica 75 Bold"/>
                <a:ea typeface="DejaVu Sans"/>
              </a:rPr>
              <a:t>&lt;number&gt;</a:t>
            </a:fld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5" name="CustomShape 4"/>
          <p:cNvSpPr/>
          <p:nvPr/>
        </p:nvSpPr>
        <p:spPr>
          <a:xfrm>
            <a:off x="619560" y="4749120"/>
            <a:ext cx="360" cy="11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47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61" r:id="rId2"/>
  </p:sldLayoutIdLst>
</p:sldMaster>
</file>

<file path=ppt/slideMasters/slideMaster5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CustomShape 1"/>
          <p:cNvSpPr/>
          <p:nvPr/>
        </p:nvSpPr>
        <p:spPr>
          <a:xfrm>
            <a:off x="314280" y="4535640"/>
            <a:ext cx="270720" cy="33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00" rIns="0" tIns="0" bIns="0" anchor="b">
            <a:normAutofit/>
          </a:bodyPr>
          <a:p>
            <a:pPr>
              <a:lnSpc>
                <a:spcPct val="85000"/>
              </a:lnSpc>
              <a:spcAft>
                <a:spcPts val="1199"/>
              </a:spcAft>
            </a:pPr>
            <a:fld id="{932B3ECC-83E9-4063-8A7B-3C4797469CF9}" type="slidenum">
              <a:rPr b="0" lang="fr-FR" sz="800" spc="-1" strike="noStrike">
                <a:solidFill>
                  <a:srgbClr val="000000"/>
                </a:solidFill>
                <a:latin typeface="Helvetica 75 Bold"/>
                <a:ea typeface="DejaVu Sans"/>
              </a:rPr>
              <a:t>&lt;number&gt;</a:t>
            </a:fld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9" name="CustomShape 4"/>
          <p:cNvSpPr/>
          <p:nvPr/>
        </p:nvSpPr>
        <p:spPr>
          <a:xfrm>
            <a:off x="619560" y="4749120"/>
            <a:ext cx="360" cy="11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63" r:id="rId2"/>
  </p:sldLayoutIdLst>
</p:sldMaster>
</file>

<file path=ppt/slideMasters/slideMaster5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CustomShape 1"/>
          <p:cNvSpPr/>
          <p:nvPr/>
        </p:nvSpPr>
        <p:spPr>
          <a:xfrm>
            <a:off x="314280" y="4535640"/>
            <a:ext cx="270720" cy="33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00" rIns="0" tIns="0" bIns="0" anchor="b">
            <a:normAutofit/>
          </a:bodyPr>
          <a:p>
            <a:pPr>
              <a:lnSpc>
                <a:spcPct val="85000"/>
              </a:lnSpc>
              <a:spcAft>
                <a:spcPts val="1199"/>
              </a:spcAft>
            </a:pPr>
            <a:fld id="{E03FACDD-FD0A-464D-8758-3B354E51D6C3}" type="slidenum">
              <a:rPr b="0" lang="fr-FR" sz="800" spc="-1" strike="noStrike">
                <a:solidFill>
                  <a:srgbClr val="000000"/>
                </a:solidFill>
                <a:latin typeface="Helvetica 75 Bold"/>
                <a:ea typeface="DejaVu Sans"/>
              </a:rPr>
              <a:t>&lt;number&gt;</a:t>
            </a:fld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1" name="CustomShape 4"/>
          <p:cNvSpPr/>
          <p:nvPr/>
        </p:nvSpPr>
        <p:spPr>
          <a:xfrm>
            <a:off x="619560" y="4749120"/>
            <a:ext cx="360" cy="11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48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3333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4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44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7222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5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3333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65" r:id="rId2"/>
  </p:sldLayoutIdLst>
</p:sldMaster>
</file>

<file path=ppt/slideMasters/slideMaster6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CustomShape 1"/>
          <p:cNvSpPr/>
          <p:nvPr/>
        </p:nvSpPr>
        <p:spPr>
          <a:xfrm>
            <a:off x="314280" y="4535640"/>
            <a:ext cx="270720" cy="33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00" rIns="0" tIns="0" bIns="0" anchor="b">
            <a:normAutofit/>
          </a:bodyPr>
          <a:p>
            <a:pPr>
              <a:lnSpc>
                <a:spcPct val="85000"/>
              </a:lnSpc>
              <a:spcAft>
                <a:spcPts val="1199"/>
              </a:spcAft>
            </a:pPr>
            <a:fld id="{E1F0499F-8766-4913-9B18-7AF284166513}" type="slidenum">
              <a:rPr b="0" lang="fr-FR" sz="800" spc="-1" strike="noStrike">
                <a:solidFill>
                  <a:srgbClr val="000000"/>
                </a:solidFill>
                <a:latin typeface="Helvetica 75 Bold"/>
                <a:ea typeface="DejaVu Sans"/>
              </a:rPr>
              <a:t>&lt;number&gt;</a:t>
            </a:fld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1" name="CustomShape 4"/>
          <p:cNvSpPr/>
          <p:nvPr/>
        </p:nvSpPr>
        <p:spPr>
          <a:xfrm>
            <a:off x="619560" y="4749120"/>
            <a:ext cx="360" cy="11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49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44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7222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4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3333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5" name="PlaceHolder 4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3333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67" r:id="rId2"/>
  </p:sldLayoutIdLst>
</p:sldMaster>
</file>

<file path=ppt/slideMasters/slideMaster6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CustomShape 1"/>
          <p:cNvSpPr/>
          <p:nvPr/>
        </p:nvSpPr>
        <p:spPr>
          <a:xfrm>
            <a:off x="314280" y="4535640"/>
            <a:ext cx="270720" cy="33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00" rIns="0" tIns="0" bIns="0" anchor="b">
            <a:normAutofit/>
          </a:bodyPr>
          <a:p>
            <a:pPr>
              <a:lnSpc>
                <a:spcPct val="85000"/>
              </a:lnSpc>
              <a:spcAft>
                <a:spcPts val="1199"/>
              </a:spcAft>
            </a:pPr>
            <a:fld id="{0500CDAF-CF93-4538-B69D-C46D70842455}" type="slidenum">
              <a:rPr b="0" lang="fr-FR" sz="800" spc="-1" strike="noStrike">
                <a:solidFill>
                  <a:srgbClr val="000000"/>
                </a:solidFill>
                <a:latin typeface="Helvetica 75 Bold"/>
                <a:ea typeface="DejaVu Sans"/>
              </a:rPr>
              <a:t>&lt;number&gt;</a:t>
            </a:fld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1" name="CustomShape 4"/>
          <p:cNvSpPr/>
          <p:nvPr/>
        </p:nvSpPr>
        <p:spPr>
          <a:xfrm>
            <a:off x="619560" y="4749120"/>
            <a:ext cx="360" cy="11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50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3333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4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3333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5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888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6" name="PlaceHolder 5"/>
          <p:cNvSpPr>
            <a:spLocks noGrp="1"/>
          </p:cNvSpPr>
          <p:nvPr>
            <p:ph type="ftr" idx="1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07" name="PlaceHolder 6"/>
          <p:cNvSpPr>
            <a:spLocks noGrp="1"/>
          </p:cNvSpPr>
          <p:nvPr>
            <p:ph type="sldNum" idx="2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fr-FR" sz="1800" spc="-1" strike="noStrike">
                <a:solidFill>
                  <a:srgbClr val="8b8b8b"/>
                </a:solidFill>
                <a:latin typeface="Arial"/>
                <a:ea typeface="DejaVu San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329F0B5-9DD1-46D7-8D92-84246F4D3CEF}" type="slidenum">
              <a:rPr b="0" lang="fr-FR" sz="1800" spc="-1" strike="noStrike">
                <a:solidFill>
                  <a:srgbClr val="8b8b8b"/>
                </a:solidFill>
                <a:latin typeface="Arial"/>
                <a:ea typeface="DejaVu Sans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08" name="PlaceHolder 7"/>
          <p:cNvSpPr>
            <a:spLocks noGrp="1"/>
          </p:cNvSpPr>
          <p:nvPr>
            <p:ph type="dt" idx="3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69" r:id="rId2"/>
  </p:sldLayoutIdLst>
</p:sldMaster>
</file>

<file path=ppt/slideMasters/slideMaster6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CustomShape 1"/>
          <p:cNvSpPr/>
          <p:nvPr/>
        </p:nvSpPr>
        <p:spPr>
          <a:xfrm>
            <a:off x="314280" y="4535640"/>
            <a:ext cx="270720" cy="33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00" rIns="0" tIns="0" bIns="0" anchor="b">
            <a:normAutofit/>
          </a:bodyPr>
          <a:p>
            <a:pPr>
              <a:lnSpc>
                <a:spcPct val="85000"/>
              </a:lnSpc>
              <a:spcAft>
                <a:spcPts val="1199"/>
              </a:spcAft>
            </a:pPr>
            <a:fld id="{89857931-0EAC-4545-939B-49D7859E1B27}" type="slidenum">
              <a:rPr b="0" lang="fr-FR" sz="800" spc="-1" strike="noStrike">
                <a:solidFill>
                  <a:srgbClr val="000000"/>
                </a:solidFill>
                <a:latin typeface="Helvetica 75 Bold"/>
                <a:ea typeface="DejaVu Sans"/>
              </a:rPr>
              <a:t>&lt;number&gt;</a:t>
            </a:fld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4" name="CustomShape 4"/>
          <p:cNvSpPr/>
          <p:nvPr/>
        </p:nvSpPr>
        <p:spPr>
          <a:xfrm>
            <a:off x="619560" y="4749120"/>
            <a:ext cx="360" cy="11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51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6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888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7" name="PlaceHolder 3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888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8" name="PlaceHolder 4"/>
          <p:cNvSpPr>
            <a:spLocks noGrp="1"/>
          </p:cNvSpPr>
          <p:nvPr>
            <p:ph type="ftr" idx="4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9" name="PlaceHolder 5"/>
          <p:cNvSpPr>
            <a:spLocks noGrp="1"/>
          </p:cNvSpPr>
          <p:nvPr>
            <p:ph type="sldNum" idx="5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fr-FR" sz="1800" spc="-1" strike="noStrike">
                <a:solidFill>
                  <a:srgbClr val="8b8b8b"/>
                </a:solidFill>
                <a:latin typeface="Arial"/>
                <a:ea typeface="DejaVu San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CEBABC5C-E925-4617-A51A-96B678C65735}" type="slidenum">
              <a:rPr b="0" lang="fr-FR" sz="1800" spc="-1" strike="noStrike">
                <a:solidFill>
                  <a:srgbClr val="8b8b8b"/>
                </a:solidFill>
                <a:latin typeface="Arial"/>
                <a:ea typeface="DejaVu Sans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0" name="PlaceHolder 6"/>
          <p:cNvSpPr>
            <a:spLocks noGrp="1"/>
          </p:cNvSpPr>
          <p:nvPr>
            <p:ph type="dt" idx="6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71" r:id="rId2"/>
  </p:sldLayoutIdLst>
</p:sldMaster>
</file>

<file path=ppt/slideMasters/slideMaster6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CustomShape 1"/>
          <p:cNvSpPr/>
          <p:nvPr/>
        </p:nvSpPr>
        <p:spPr>
          <a:xfrm>
            <a:off x="314280" y="4535640"/>
            <a:ext cx="270720" cy="33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00" rIns="0" tIns="0" bIns="0" anchor="b">
            <a:normAutofit/>
          </a:bodyPr>
          <a:p>
            <a:pPr>
              <a:lnSpc>
                <a:spcPct val="85000"/>
              </a:lnSpc>
              <a:spcAft>
                <a:spcPts val="1199"/>
              </a:spcAft>
            </a:pPr>
            <a:fld id="{18CB4C18-2D3D-4C9A-B9A1-7A5D0DAA07E1}" type="slidenum">
              <a:rPr b="0" lang="fr-FR" sz="800" spc="-1" strike="noStrike">
                <a:solidFill>
                  <a:srgbClr val="000000"/>
                </a:solidFill>
                <a:latin typeface="Helvetica 75 Bold"/>
                <a:ea typeface="DejaVu Sans"/>
              </a:rPr>
              <a:t>&lt;number&gt;</a:t>
            </a:fld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5" name="CustomShape 4"/>
          <p:cNvSpPr/>
          <p:nvPr/>
        </p:nvSpPr>
        <p:spPr>
          <a:xfrm>
            <a:off x="619560" y="4749120"/>
            <a:ext cx="360" cy="11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52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7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3333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8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3333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9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3333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0" name="PlaceHolder 5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3333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1" name="PlaceHolder 6"/>
          <p:cNvSpPr>
            <a:spLocks noGrp="1"/>
          </p:cNvSpPr>
          <p:nvPr>
            <p:ph type="ftr" idx="7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2" name="PlaceHolder 7"/>
          <p:cNvSpPr>
            <a:spLocks noGrp="1"/>
          </p:cNvSpPr>
          <p:nvPr>
            <p:ph type="sldNum" idx="8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fr-FR" sz="1800" spc="-1" strike="noStrike">
                <a:solidFill>
                  <a:srgbClr val="8b8b8b"/>
                </a:solidFill>
                <a:latin typeface="Arial"/>
                <a:ea typeface="DejaVu San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2155EB9-AAD6-4BFC-B3F8-5927166E85D2}" type="slidenum">
              <a:rPr b="0" lang="fr-FR" sz="1800" spc="-1" strike="noStrike">
                <a:solidFill>
                  <a:srgbClr val="8b8b8b"/>
                </a:solidFill>
                <a:latin typeface="Arial"/>
                <a:ea typeface="DejaVu Sans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3" name="PlaceHolder 8"/>
          <p:cNvSpPr>
            <a:spLocks noGrp="1"/>
          </p:cNvSpPr>
          <p:nvPr>
            <p:ph type="dt" idx="9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73" r:id="rId2"/>
  </p:sldLayoutIdLst>
</p:sldMaster>
</file>

<file path=ppt/slideMasters/slideMaster6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CustomShape 1"/>
          <p:cNvSpPr/>
          <p:nvPr/>
        </p:nvSpPr>
        <p:spPr>
          <a:xfrm>
            <a:off x="314280" y="4535640"/>
            <a:ext cx="270720" cy="33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00" rIns="0" tIns="0" bIns="0" anchor="b">
            <a:normAutofit/>
          </a:bodyPr>
          <a:p>
            <a:pPr>
              <a:lnSpc>
                <a:spcPct val="85000"/>
              </a:lnSpc>
              <a:spcAft>
                <a:spcPts val="1199"/>
              </a:spcAft>
            </a:pPr>
            <a:fld id="{362E043B-9EEE-4628-A3F8-29750C7F8335}" type="slidenum">
              <a:rPr b="0" lang="fr-FR" sz="800" spc="-1" strike="noStrike">
                <a:solidFill>
                  <a:srgbClr val="000000"/>
                </a:solidFill>
                <a:latin typeface="Helvetica 75 Bold"/>
                <a:ea typeface="DejaVu Sans"/>
              </a:rPr>
              <a:t>&lt;number&gt;</a:t>
            </a:fld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0" name="CustomShape 4"/>
          <p:cNvSpPr/>
          <p:nvPr/>
        </p:nvSpPr>
        <p:spPr>
          <a:xfrm>
            <a:off x="619560" y="4749120"/>
            <a:ext cx="360" cy="11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541" name="PlaceHolder 1"/>
          <p:cNvSpPr>
            <a:spLocks noGrp="1"/>
          </p:cNvSpPr>
          <p:nvPr>
            <p:ph type="ftr" idx="10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42" name="PlaceHolder 2"/>
          <p:cNvSpPr>
            <a:spLocks noGrp="1"/>
          </p:cNvSpPr>
          <p:nvPr>
            <p:ph type="sldNum" idx="11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fr-FR" sz="1800" spc="-1" strike="noStrike">
                <a:solidFill>
                  <a:srgbClr val="8b8b8b"/>
                </a:solidFill>
                <a:latin typeface="Arial"/>
                <a:ea typeface="DejaVu San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1EA5179-733F-41F0-A670-AF650A3EC8B9}" type="slidenum">
              <a:rPr b="0" lang="fr-FR" sz="1800" spc="-1" strike="noStrike">
                <a:solidFill>
                  <a:srgbClr val="8b8b8b"/>
                </a:solidFill>
                <a:latin typeface="Arial"/>
                <a:ea typeface="DejaVu Sans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43" name="PlaceHolder 3"/>
          <p:cNvSpPr>
            <a:spLocks noGrp="1"/>
          </p:cNvSpPr>
          <p:nvPr>
            <p:ph type="dt" idx="12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75" r:id="rId2"/>
  </p:sldLayoutIdLst>
</p:sldMaster>
</file>

<file path=ppt/slideMasters/slideMaster6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CustomShape 1"/>
          <p:cNvSpPr/>
          <p:nvPr/>
        </p:nvSpPr>
        <p:spPr>
          <a:xfrm>
            <a:off x="314280" y="4535640"/>
            <a:ext cx="270720" cy="33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00" rIns="0" tIns="0" bIns="0" anchor="b">
            <a:normAutofit/>
          </a:bodyPr>
          <a:p>
            <a:pPr>
              <a:lnSpc>
                <a:spcPct val="85000"/>
              </a:lnSpc>
              <a:spcAft>
                <a:spcPts val="1199"/>
              </a:spcAft>
            </a:pPr>
            <a:fld id="{DB407D50-CC2B-4FCC-BAD3-C6520C1ABA32}" type="slidenum">
              <a:rPr b="0" lang="fr-FR" sz="800" spc="-1" strike="noStrike">
                <a:solidFill>
                  <a:srgbClr val="000000"/>
                </a:solidFill>
                <a:latin typeface="Helvetica 75 Bold"/>
                <a:ea typeface="DejaVu Sans"/>
              </a:rPr>
              <a:t>&lt;number&gt;</a:t>
            </a:fld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5" name="CustomShape 4"/>
          <p:cNvSpPr/>
          <p:nvPr/>
        </p:nvSpPr>
        <p:spPr>
          <a:xfrm>
            <a:off x="619560" y="4749120"/>
            <a:ext cx="360" cy="11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546" name="PlaceHolder 1"/>
          <p:cNvSpPr>
            <a:spLocks noGrp="1"/>
          </p:cNvSpPr>
          <p:nvPr>
            <p:ph type="ftr" idx="13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47" name="PlaceHolder 2"/>
          <p:cNvSpPr>
            <a:spLocks noGrp="1"/>
          </p:cNvSpPr>
          <p:nvPr>
            <p:ph type="sldNum" idx="14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fr-FR" sz="1800" spc="-1" strike="noStrike">
                <a:solidFill>
                  <a:srgbClr val="8b8b8b"/>
                </a:solidFill>
                <a:latin typeface="Arial"/>
                <a:ea typeface="DejaVu San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BB819DA-B610-4060-8F12-80B2660EC800}" type="slidenum">
              <a:rPr b="0" lang="fr-FR" sz="1800" spc="-1" strike="noStrike">
                <a:solidFill>
                  <a:srgbClr val="8b8b8b"/>
                </a:solidFill>
                <a:latin typeface="Arial"/>
                <a:ea typeface="DejaVu Sans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48" name="PlaceHolder 3"/>
          <p:cNvSpPr>
            <a:spLocks noGrp="1"/>
          </p:cNvSpPr>
          <p:nvPr>
            <p:ph type="dt" idx="15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77" r:id="rId2"/>
  </p:sldLayoutIdLst>
</p:sldMaster>
</file>

<file path=ppt/slideMasters/slideMaster6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CustomShape 1"/>
          <p:cNvSpPr/>
          <p:nvPr/>
        </p:nvSpPr>
        <p:spPr>
          <a:xfrm>
            <a:off x="314280" y="4535640"/>
            <a:ext cx="270720" cy="33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00" rIns="0" tIns="0" bIns="0" anchor="b">
            <a:normAutofit/>
          </a:bodyPr>
          <a:p>
            <a:pPr>
              <a:lnSpc>
                <a:spcPct val="85000"/>
              </a:lnSpc>
              <a:spcAft>
                <a:spcPts val="1199"/>
              </a:spcAft>
            </a:pPr>
            <a:fld id="{C26E1C21-2720-4C13-A5A6-49A109E4C802}" type="slidenum">
              <a:rPr b="0" lang="fr-FR" sz="800" spc="-1" strike="noStrike">
                <a:solidFill>
                  <a:srgbClr val="000000"/>
                </a:solidFill>
                <a:latin typeface="Helvetica 75 Bold"/>
                <a:ea typeface="DejaVu Sans"/>
              </a:rPr>
              <a:t>&lt;number&gt;</a:t>
            </a:fld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0" name="CustomShape 4"/>
          <p:cNvSpPr/>
          <p:nvPr/>
        </p:nvSpPr>
        <p:spPr>
          <a:xfrm>
            <a:off x="619560" y="4749120"/>
            <a:ext cx="360" cy="11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55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2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888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3" name="PlaceHolder 3"/>
          <p:cNvSpPr>
            <a:spLocks noGrp="1"/>
          </p:cNvSpPr>
          <p:nvPr>
            <p:ph type="ftr" idx="16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4" name="PlaceHolder 4"/>
          <p:cNvSpPr>
            <a:spLocks noGrp="1"/>
          </p:cNvSpPr>
          <p:nvPr>
            <p:ph type="sldNum" idx="17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fr-FR" sz="1800" spc="-1" strike="noStrike">
                <a:solidFill>
                  <a:srgbClr val="8b8b8b"/>
                </a:solidFill>
                <a:latin typeface="Arial"/>
                <a:ea typeface="DejaVu San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34F4771-4EB0-47BF-88FF-9FA86B1CC511}" type="slidenum">
              <a:rPr b="0" lang="fr-FR" sz="1800" spc="-1" strike="noStrike">
                <a:solidFill>
                  <a:srgbClr val="8b8b8b"/>
                </a:solidFill>
                <a:latin typeface="Arial"/>
                <a:ea typeface="DejaVu Sans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5" name="PlaceHolder 5"/>
          <p:cNvSpPr>
            <a:spLocks noGrp="1"/>
          </p:cNvSpPr>
          <p:nvPr>
            <p:ph type="dt" idx="18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79" r:id="rId2"/>
  </p:sldLayoutIdLst>
</p:sldMaster>
</file>

<file path=ppt/slideMasters/slideMaster6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CustomShape 1"/>
          <p:cNvSpPr/>
          <p:nvPr/>
        </p:nvSpPr>
        <p:spPr>
          <a:xfrm>
            <a:off x="314280" y="4535640"/>
            <a:ext cx="270720" cy="33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00" rIns="0" tIns="0" bIns="0" anchor="b">
            <a:normAutofit/>
          </a:bodyPr>
          <a:p>
            <a:pPr>
              <a:lnSpc>
                <a:spcPct val="85000"/>
              </a:lnSpc>
              <a:spcAft>
                <a:spcPts val="1199"/>
              </a:spcAft>
            </a:pPr>
            <a:fld id="{A19256BD-9AC0-439D-B12E-7167CCEFBC1A}" type="slidenum">
              <a:rPr b="0" lang="fr-FR" sz="800" spc="-1" strike="noStrike">
                <a:solidFill>
                  <a:srgbClr val="000000"/>
                </a:solidFill>
                <a:latin typeface="Helvetica 75 Bold"/>
                <a:ea typeface="DejaVu Sans"/>
              </a:rPr>
              <a:t>&lt;number&gt;</a:t>
            </a:fld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9" name="CustomShape 4"/>
          <p:cNvSpPr/>
          <p:nvPr/>
        </p:nvSpPr>
        <p:spPr>
          <a:xfrm>
            <a:off x="619560" y="4749120"/>
            <a:ext cx="360" cy="11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56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888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2" name="PlaceHolder 3"/>
          <p:cNvSpPr>
            <a:spLocks noGrp="1"/>
          </p:cNvSpPr>
          <p:nvPr>
            <p:ph type="ftr" idx="19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3" name="PlaceHolder 4"/>
          <p:cNvSpPr>
            <a:spLocks noGrp="1"/>
          </p:cNvSpPr>
          <p:nvPr>
            <p:ph type="sldNum" idx="20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fr-FR" sz="1800" spc="-1" strike="noStrike">
                <a:solidFill>
                  <a:srgbClr val="8b8b8b"/>
                </a:solidFill>
                <a:latin typeface="Arial"/>
                <a:ea typeface="DejaVu San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AF724C0-96A5-4702-8543-7134DB9C19EA}" type="slidenum">
              <a:rPr b="0" lang="fr-FR" sz="1800" spc="-1" strike="noStrike">
                <a:solidFill>
                  <a:srgbClr val="8b8b8b"/>
                </a:solidFill>
                <a:latin typeface="Arial"/>
                <a:ea typeface="DejaVu Sans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4" name="PlaceHolder 5"/>
          <p:cNvSpPr>
            <a:spLocks noGrp="1"/>
          </p:cNvSpPr>
          <p:nvPr>
            <p:ph type="dt" idx="21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81" r:id="rId2"/>
  </p:sldLayoutIdLst>
</p:sldMaster>
</file>

<file path=ppt/slideMasters/slideMaster6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CustomShape 1"/>
          <p:cNvSpPr/>
          <p:nvPr/>
        </p:nvSpPr>
        <p:spPr>
          <a:xfrm>
            <a:off x="314280" y="4535640"/>
            <a:ext cx="270720" cy="33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00" rIns="0" tIns="0" bIns="0" anchor="b">
            <a:normAutofit/>
          </a:bodyPr>
          <a:p>
            <a:pPr>
              <a:lnSpc>
                <a:spcPct val="85000"/>
              </a:lnSpc>
              <a:spcAft>
                <a:spcPts val="1199"/>
              </a:spcAft>
            </a:pPr>
            <a:fld id="{C666DDBF-D833-492F-9EC6-116EEEFD7BB4}" type="slidenum">
              <a:rPr b="0" lang="fr-FR" sz="800" spc="-1" strike="noStrike">
                <a:solidFill>
                  <a:srgbClr val="000000"/>
                </a:solidFill>
                <a:latin typeface="Helvetica 75 Bold"/>
                <a:ea typeface="DejaVu Sans"/>
              </a:rPr>
              <a:t>&lt;number&gt;</a:t>
            </a:fld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8" name="CustomShape 4"/>
          <p:cNvSpPr/>
          <p:nvPr/>
        </p:nvSpPr>
        <p:spPr>
          <a:xfrm>
            <a:off x="619560" y="4749120"/>
            <a:ext cx="360" cy="11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56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0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44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7222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1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44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7222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2" name="PlaceHolder 4"/>
          <p:cNvSpPr>
            <a:spLocks noGrp="1"/>
          </p:cNvSpPr>
          <p:nvPr>
            <p:ph type="ftr" idx="22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73" name="PlaceHolder 5"/>
          <p:cNvSpPr>
            <a:spLocks noGrp="1"/>
          </p:cNvSpPr>
          <p:nvPr>
            <p:ph type="sldNum" idx="23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fr-FR" sz="1800" spc="-1" strike="noStrike">
                <a:solidFill>
                  <a:srgbClr val="8b8b8b"/>
                </a:solidFill>
                <a:latin typeface="Arial"/>
                <a:ea typeface="DejaVu San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C9EC1CD-4ECF-4F94-A3CC-20D38DC8D333}" type="slidenum">
              <a:rPr b="0" lang="fr-FR" sz="1800" spc="-1" strike="noStrike">
                <a:solidFill>
                  <a:srgbClr val="8b8b8b"/>
                </a:solidFill>
                <a:latin typeface="Arial"/>
                <a:ea typeface="DejaVu Sans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74" name="PlaceHolder 6"/>
          <p:cNvSpPr>
            <a:spLocks noGrp="1"/>
          </p:cNvSpPr>
          <p:nvPr>
            <p:ph type="dt" idx="24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83" r:id="rId2"/>
  </p:sldLayoutIdLst>
</p:sldMaster>
</file>

<file path=ppt/slideMasters/slideMaster6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CustomShape 1"/>
          <p:cNvSpPr/>
          <p:nvPr/>
        </p:nvSpPr>
        <p:spPr>
          <a:xfrm>
            <a:off x="314280" y="4535640"/>
            <a:ext cx="270720" cy="33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00" rIns="0" tIns="0" bIns="0" anchor="b">
            <a:normAutofit/>
          </a:bodyPr>
          <a:p>
            <a:pPr>
              <a:lnSpc>
                <a:spcPct val="85000"/>
              </a:lnSpc>
              <a:spcAft>
                <a:spcPts val="1199"/>
              </a:spcAft>
            </a:pPr>
            <a:fld id="{DD4A2107-ADF1-410D-992A-AEA28BB49E79}" type="slidenum">
              <a:rPr b="0" lang="fr-FR" sz="800" spc="-1" strike="noStrike">
                <a:solidFill>
                  <a:srgbClr val="000000"/>
                </a:solidFill>
                <a:latin typeface="Helvetica 75 Bold"/>
                <a:ea typeface="DejaVu Sans"/>
              </a:rPr>
              <a:t>&lt;number&gt;</a:t>
            </a:fld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9" name="CustomShape 4"/>
          <p:cNvSpPr/>
          <p:nvPr/>
        </p:nvSpPr>
        <p:spPr>
          <a:xfrm>
            <a:off x="619560" y="4749120"/>
            <a:ext cx="360" cy="11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58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1" name="PlaceHolder 2"/>
          <p:cNvSpPr>
            <a:spLocks noGrp="1"/>
          </p:cNvSpPr>
          <p:nvPr>
            <p:ph type="ftr" idx="25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2" name="PlaceHolder 3"/>
          <p:cNvSpPr>
            <a:spLocks noGrp="1"/>
          </p:cNvSpPr>
          <p:nvPr>
            <p:ph type="sldNum" idx="26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fr-FR" sz="1800" spc="-1" strike="noStrike">
                <a:solidFill>
                  <a:srgbClr val="8b8b8b"/>
                </a:solidFill>
                <a:latin typeface="Arial"/>
                <a:ea typeface="DejaVu San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AE0D058-BAED-4F0F-B1C2-B3DEEC094BF8}" type="slidenum">
              <a:rPr b="0" lang="fr-FR" sz="1800" spc="-1" strike="noStrike">
                <a:solidFill>
                  <a:srgbClr val="8b8b8b"/>
                </a:solidFill>
                <a:latin typeface="Arial"/>
                <a:ea typeface="DejaVu Sans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3" name="PlaceHolder 4"/>
          <p:cNvSpPr>
            <a:spLocks noGrp="1"/>
          </p:cNvSpPr>
          <p:nvPr>
            <p:ph type="dt" idx="27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85" r:id="rId2"/>
  </p:sldLayoutIdLst>
</p:sldMaster>
</file>

<file path=ppt/slideMasters/slideMaster7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CustomShape 1"/>
          <p:cNvSpPr/>
          <p:nvPr/>
        </p:nvSpPr>
        <p:spPr>
          <a:xfrm>
            <a:off x="314280" y="4535640"/>
            <a:ext cx="270720" cy="33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00" rIns="0" tIns="0" bIns="0" anchor="b">
            <a:normAutofit/>
          </a:bodyPr>
          <a:p>
            <a:pPr>
              <a:lnSpc>
                <a:spcPct val="85000"/>
              </a:lnSpc>
              <a:spcAft>
                <a:spcPts val="1199"/>
              </a:spcAft>
            </a:pPr>
            <a:fld id="{9BFC7B66-90DA-4650-ACD7-B440E3E1DE79}" type="slidenum">
              <a:rPr b="0" lang="fr-FR" sz="800" spc="-1" strike="noStrike">
                <a:solidFill>
                  <a:srgbClr val="000000"/>
                </a:solidFill>
                <a:latin typeface="Helvetica 75 Bold"/>
                <a:ea typeface="DejaVu Sans"/>
              </a:rPr>
              <a:t>&lt;number&gt;</a:t>
            </a:fld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6" name="CustomShape 4"/>
          <p:cNvSpPr/>
          <p:nvPr/>
        </p:nvSpPr>
        <p:spPr>
          <a:xfrm>
            <a:off x="619560" y="4749120"/>
            <a:ext cx="360" cy="11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587" name="PlaceHolder 1"/>
          <p:cNvSpPr>
            <a:spLocks noGrp="1"/>
          </p:cNvSpPr>
          <p:nvPr>
            <p:ph type="ftr" idx="28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8" name="PlaceHolder 2"/>
          <p:cNvSpPr>
            <a:spLocks noGrp="1"/>
          </p:cNvSpPr>
          <p:nvPr>
            <p:ph type="sldNum" idx="29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fr-FR" sz="1800" spc="-1" strike="noStrike">
                <a:solidFill>
                  <a:srgbClr val="8b8b8b"/>
                </a:solidFill>
                <a:latin typeface="Arial"/>
                <a:ea typeface="DejaVu San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CF148A7-7273-4449-939E-8E87A0CAD668}" type="slidenum">
              <a:rPr b="0" lang="fr-FR" sz="1800" spc="-1" strike="noStrike">
                <a:solidFill>
                  <a:srgbClr val="8b8b8b"/>
                </a:solidFill>
                <a:latin typeface="Arial"/>
                <a:ea typeface="DejaVu Sans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9" name="PlaceHolder 3"/>
          <p:cNvSpPr>
            <a:spLocks noGrp="1"/>
          </p:cNvSpPr>
          <p:nvPr>
            <p:ph type="dt" idx="30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87" r:id="rId2"/>
  </p:sldLayoutIdLst>
</p:sldMaster>
</file>

<file path=ppt/slideMasters/slideMaster7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CustomShape 1"/>
          <p:cNvSpPr/>
          <p:nvPr/>
        </p:nvSpPr>
        <p:spPr>
          <a:xfrm>
            <a:off x="314280" y="4535640"/>
            <a:ext cx="270720" cy="33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00" rIns="0" tIns="0" bIns="0" anchor="b">
            <a:normAutofit/>
          </a:bodyPr>
          <a:p>
            <a:pPr>
              <a:lnSpc>
                <a:spcPct val="85000"/>
              </a:lnSpc>
              <a:spcAft>
                <a:spcPts val="1199"/>
              </a:spcAft>
            </a:pPr>
            <a:fld id="{1DCB94BD-4CE3-4F27-BFFE-963A610813AE}" type="slidenum">
              <a:rPr b="0" lang="fr-FR" sz="800" spc="-1" strike="noStrike">
                <a:solidFill>
                  <a:srgbClr val="000000"/>
                </a:solidFill>
                <a:latin typeface="Helvetica 75 Bold"/>
                <a:ea typeface="DejaVu Sans"/>
              </a:rPr>
              <a:t>&lt;number&gt;</a:t>
            </a:fld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1" name="CustomShape 4"/>
          <p:cNvSpPr/>
          <p:nvPr/>
        </p:nvSpPr>
        <p:spPr>
          <a:xfrm>
            <a:off x="619560" y="4749120"/>
            <a:ext cx="360" cy="11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59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3333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4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44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7222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5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3333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6" name="PlaceHolder 5"/>
          <p:cNvSpPr>
            <a:spLocks noGrp="1"/>
          </p:cNvSpPr>
          <p:nvPr>
            <p:ph type="ftr" idx="31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7" name="PlaceHolder 6"/>
          <p:cNvSpPr>
            <a:spLocks noGrp="1"/>
          </p:cNvSpPr>
          <p:nvPr>
            <p:ph type="sldNum" idx="32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fr-FR" sz="1800" spc="-1" strike="noStrike">
                <a:solidFill>
                  <a:srgbClr val="8b8b8b"/>
                </a:solidFill>
                <a:latin typeface="Arial"/>
                <a:ea typeface="DejaVu San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95E3574-BEAF-40FF-B2A7-CF1BAFE2FCBD}" type="slidenum">
              <a:rPr b="0" lang="fr-FR" sz="1800" spc="-1" strike="noStrike">
                <a:solidFill>
                  <a:srgbClr val="8b8b8b"/>
                </a:solidFill>
                <a:latin typeface="Arial"/>
                <a:ea typeface="DejaVu Sans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8" name="PlaceHolder 7"/>
          <p:cNvSpPr>
            <a:spLocks noGrp="1"/>
          </p:cNvSpPr>
          <p:nvPr>
            <p:ph type="dt" idx="33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89" r:id="rId2"/>
  </p:sldLayoutIdLst>
</p:sldMaster>
</file>

<file path=ppt/slideMasters/slideMaster7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CustomShape 1"/>
          <p:cNvSpPr/>
          <p:nvPr/>
        </p:nvSpPr>
        <p:spPr>
          <a:xfrm>
            <a:off x="314280" y="4535640"/>
            <a:ext cx="270720" cy="33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00" rIns="0" tIns="0" bIns="0" anchor="b">
            <a:normAutofit/>
          </a:bodyPr>
          <a:p>
            <a:pPr>
              <a:lnSpc>
                <a:spcPct val="85000"/>
              </a:lnSpc>
              <a:spcAft>
                <a:spcPts val="1199"/>
              </a:spcAft>
            </a:pPr>
            <a:fld id="{7525B3A9-D407-4482-99AC-CF04B7170B09}" type="slidenum">
              <a:rPr b="0" lang="fr-FR" sz="800" spc="-1" strike="noStrike">
                <a:solidFill>
                  <a:srgbClr val="000000"/>
                </a:solidFill>
                <a:latin typeface="Helvetica 75 Bold"/>
                <a:ea typeface="DejaVu Sans"/>
              </a:rPr>
              <a:t>&lt;number&gt;</a:t>
            </a:fld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4" name="CustomShape 4"/>
          <p:cNvSpPr/>
          <p:nvPr/>
        </p:nvSpPr>
        <p:spPr>
          <a:xfrm>
            <a:off x="619560" y="4749120"/>
            <a:ext cx="360" cy="11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60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6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44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7222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7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3333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8" name="PlaceHolder 4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3333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9" name="PlaceHolder 5"/>
          <p:cNvSpPr>
            <a:spLocks noGrp="1"/>
          </p:cNvSpPr>
          <p:nvPr>
            <p:ph type="ftr" idx="34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10" name="PlaceHolder 6"/>
          <p:cNvSpPr>
            <a:spLocks noGrp="1"/>
          </p:cNvSpPr>
          <p:nvPr>
            <p:ph type="sldNum" idx="35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fr-FR" sz="1800" spc="-1" strike="noStrike">
                <a:solidFill>
                  <a:srgbClr val="8b8b8b"/>
                </a:solidFill>
                <a:latin typeface="Arial"/>
                <a:ea typeface="DejaVu San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839F5DA-AC6E-421F-B01F-93EC18A73D52}" type="slidenum">
              <a:rPr b="0" lang="fr-FR" sz="1800" spc="-1" strike="noStrike">
                <a:solidFill>
                  <a:srgbClr val="8b8b8b"/>
                </a:solidFill>
                <a:latin typeface="Arial"/>
                <a:ea typeface="DejaVu Sans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11" name="PlaceHolder 7"/>
          <p:cNvSpPr>
            <a:spLocks noGrp="1"/>
          </p:cNvSpPr>
          <p:nvPr>
            <p:ph type="dt" idx="36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91" r:id="rId2"/>
  </p:sldLayoutIdLst>
</p:sldMaster>
</file>

<file path=ppt/slideMasters/slideMaster7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CustomShape 1"/>
          <p:cNvSpPr/>
          <p:nvPr/>
        </p:nvSpPr>
        <p:spPr>
          <a:xfrm>
            <a:off x="314280" y="4535640"/>
            <a:ext cx="271080" cy="33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00" rIns="0" tIns="0" bIns="0" anchor="b">
            <a:normAutofit/>
          </a:bodyPr>
          <a:p>
            <a:pPr>
              <a:lnSpc>
                <a:spcPct val="85000"/>
              </a:lnSpc>
              <a:spcAft>
                <a:spcPts val="1199"/>
              </a:spcAft>
            </a:pPr>
            <a:fld id="{799A8685-524F-46D8-808D-3478E74B0E1D}" type="slidenum">
              <a:rPr b="0" lang="fr-FR" sz="800" spc="-1" strike="noStrike">
                <a:solidFill>
                  <a:srgbClr val="000000"/>
                </a:solidFill>
                <a:latin typeface="Helvetica 75 Bold"/>
                <a:ea typeface="DejaVu Sans"/>
              </a:rPr>
              <a:t>&lt;number&gt;</a:t>
            </a:fld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7" name="CustomShape 4"/>
          <p:cNvSpPr/>
          <p:nvPr/>
        </p:nvSpPr>
        <p:spPr>
          <a:xfrm>
            <a:off x="619560" y="4749120"/>
            <a:ext cx="360" cy="11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61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9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93" r:id="rId2"/>
  </p:sldLayoutIdLst>
</p:sldMaster>
</file>

<file path=ppt/slideMasters/slideMaster7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CustomShape 1"/>
          <p:cNvSpPr/>
          <p:nvPr/>
        </p:nvSpPr>
        <p:spPr>
          <a:xfrm>
            <a:off x="314280" y="4535640"/>
            <a:ext cx="271080" cy="33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00" rIns="0" tIns="0" bIns="0" anchor="b">
            <a:normAutofit/>
          </a:bodyPr>
          <a:p>
            <a:pPr>
              <a:lnSpc>
                <a:spcPct val="85000"/>
              </a:lnSpc>
              <a:spcAft>
                <a:spcPts val="1199"/>
              </a:spcAft>
            </a:pPr>
            <a:fld id="{35119BA2-71DC-46DE-A304-4129A43DB01C}" type="slidenum">
              <a:rPr b="0" lang="fr-FR" sz="800" spc="-1" strike="noStrike">
                <a:solidFill>
                  <a:srgbClr val="000000"/>
                </a:solidFill>
                <a:latin typeface="Helvetica 75 Bold"/>
                <a:ea typeface="DejaVu Sans"/>
              </a:rPr>
              <a:t>&lt;number&gt;</a:t>
            </a:fld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1" name="CustomShape 4"/>
          <p:cNvSpPr/>
          <p:nvPr/>
        </p:nvSpPr>
        <p:spPr>
          <a:xfrm>
            <a:off x="619560" y="4749120"/>
            <a:ext cx="360" cy="11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95" r:id="rId2"/>
  </p:sldLayoutIdLst>
</p:sldMaster>
</file>

<file path=ppt/slideMasters/slideMaster7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CustomShape 1"/>
          <p:cNvSpPr/>
          <p:nvPr/>
        </p:nvSpPr>
        <p:spPr>
          <a:xfrm>
            <a:off x="314280" y="4535640"/>
            <a:ext cx="271080" cy="33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00" rIns="0" tIns="0" bIns="0" anchor="b">
            <a:normAutofit/>
          </a:bodyPr>
          <a:p>
            <a:pPr>
              <a:lnSpc>
                <a:spcPct val="85000"/>
              </a:lnSpc>
              <a:spcAft>
                <a:spcPts val="1199"/>
              </a:spcAft>
            </a:pPr>
            <a:fld id="{6F676E5D-4BED-450F-B111-B807535D2FF6}" type="slidenum">
              <a:rPr b="0" lang="fr-FR" sz="800" spc="-1" strike="noStrike">
                <a:solidFill>
                  <a:srgbClr val="000000"/>
                </a:solidFill>
                <a:latin typeface="Helvetica 75 Bold"/>
                <a:ea typeface="DejaVu Sans"/>
              </a:rPr>
              <a:t>&lt;number&gt;</a:t>
            </a:fld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3" name="CustomShape 4"/>
          <p:cNvSpPr/>
          <p:nvPr/>
        </p:nvSpPr>
        <p:spPr>
          <a:xfrm>
            <a:off x="619560" y="4749120"/>
            <a:ext cx="360" cy="11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97" r:id="rId2"/>
  </p:sldLayoutIdLst>
</p:sldMaster>
</file>

<file path=ppt/slideMasters/slideMaster7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CustomShape 1"/>
          <p:cNvSpPr/>
          <p:nvPr/>
        </p:nvSpPr>
        <p:spPr>
          <a:xfrm>
            <a:off x="314280" y="4535640"/>
            <a:ext cx="270720" cy="33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00" rIns="0" tIns="0" bIns="0" anchor="b">
            <a:normAutofit/>
          </a:bodyPr>
          <a:p>
            <a:pPr>
              <a:lnSpc>
                <a:spcPct val="85000"/>
              </a:lnSpc>
              <a:spcAft>
                <a:spcPts val="1199"/>
              </a:spcAft>
            </a:pPr>
            <a:fld id="{F52F609F-C4C2-47FC-909D-48E5277D66A6}" type="slidenum">
              <a:rPr b="0" lang="fr-FR" sz="800" spc="-1" strike="noStrike">
                <a:solidFill>
                  <a:srgbClr val="000000"/>
                </a:solidFill>
                <a:latin typeface="Helvetica 75 Bold"/>
                <a:ea typeface="DejaVu Sans"/>
              </a:rPr>
              <a:t>&lt;number&gt;</a:t>
            </a:fld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5" name="CustomShape 4"/>
          <p:cNvSpPr/>
          <p:nvPr/>
        </p:nvSpPr>
        <p:spPr>
          <a:xfrm>
            <a:off x="619560" y="4749120"/>
            <a:ext cx="360" cy="11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62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7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9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3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6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hyperlink" Target="https://adventofcode.com/2024" TargetMode="External"/><Relationship Id="rId2" Type="http://schemas.openxmlformats.org/officeDocument/2006/relationships/slideLayout" Target="../slideLayouts/slideLayout7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TextShape 18"/>
          <p:cNvSpPr/>
          <p:nvPr/>
        </p:nvSpPr>
        <p:spPr>
          <a:xfrm>
            <a:off x="314280" y="295200"/>
            <a:ext cx="8511120" cy="336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spcBef>
                <a:spcPts val="400"/>
              </a:spcBef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343080" indent="-34272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AutoNum type="arabicPlain"/>
            </a:pPr>
            <a:r>
              <a:rPr b="0" lang="fr-FR" sz="1600" spc="-1" strike="noStrike">
                <a:solidFill>
                  <a:srgbClr val="000000"/>
                </a:solidFill>
                <a:latin typeface="__fkGroteskNeue_598ab8"/>
                <a:ea typeface="DejaVu Sans"/>
              </a:rPr>
              <a:t>Une fonction qui prend en paramètres une chaîne et un nombre n, et qui renvoie les n premiers caractères de la chaîne. Tester avec n plus grand que la taille de la chaîne.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343080" indent="-34272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AutoNum type="arabicPlain"/>
            </a:pPr>
            <a:r>
              <a:rPr b="0" lang="fr-FR" sz="1600" spc="-1" strike="noStrike">
                <a:solidFill>
                  <a:srgbClr val="000000"/>
                </a:solidFill>
                <a:latin typeface="__fkGroteskNeue_598ab8"/>
                <a:ea typeface="DejaVu Sans"/>
              </a:rPr>
              <a:t>Renvoyer le nombre de “a” dans le deuxième mot de la chaîne reçue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343080" indent="-34272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AutoNum type="arabicPlain"/>
            </a:pPr>
            <a:r>
              <a:rPr b="0" lang="fr-FR" sz="1600" spc="-1" strike="noStrike">
                <a:solidFill>
                  <a:srgbClr val="000000"/>
                </a:solidFill>
                <a:latin typeface="__fkGroteskNeue_598ab8"/>
                <a:ea typeface="DejaVu Sans"/>
              </a:rPr>
              <a:t>Prendre l’avant-dernier mot de la chaîne reçue, et retourner ce mot après avoir enlevé les deux premiers et les deux derniers caractères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343080" indent="-34272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AutoNum type="arabicPlain"/>
            </a:pPr>
            <a:r>
              <a:rPr b="0" lang="fr-FR" sz="1600" spc="-1" strike="noStrike">
                <a:solidFill>
                  <a:srgbClr val="000000"/>
                </a:solidFill>
                <a:latin typeface="__fkGroteskNeue_598ab8"/>
                <a:ea typeface="DejaVu Sans"/>
              </a:rPr>
              <a:t>Renvoyer le dernier mot de la chaîne, transformé en int. Si le dernier mot n’est pas un nombre, la fonction doit planter.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343080" indent="-34272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AutoNum type="arabicPlain"/>
            </a:pPr>
            <a:r>
              <a:rPr b="0" lang="fr-FR" sz="1600" spc="-1" strike="noStrike">
                <a:solidFill>
                  <a:srgbClr val="000000"/>
                </a:solidFill>
                <a:latin typeface="__fkGroteskNeue_598ab8"/>
                <a:ea typeface="DejaVu Sans"/>
              </a:rPr>
              <a:t>Renvoyer les n derniers caractères de la chaîne transformée en majuscules. Si la chaîne est moins grande que n, compléter avec des espaces.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343080" indent="-34272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AutoNum type="arabicPlain"/>
            </a:pPr>
            <a:r>
              <a:rPr b="0" lang="fr-FR" sz="1600" spc="-1" strike="noStrike">
                <a:solidFill>
                  <a:srgbClr val="000000"/>
                </a:solidFill>
                <a:latin typeface="__fkGroteskNeue_598ab8"/>
                <a:ea typeface="DejaVu Sans"/>
              </a:rPr>
              <a:t>Renvoyer une nouvelle chaîne contenant uniquement des “*”, de la même taille que la chaîne reçue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343080" indent="-34272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AutoNum type="arabicPlain"/>
            </a:pPr>
            <a:r>
              <a:rPr b="0" lang="fr-FR" sz="1600" spc="-1" strike="noStrike">
                <a:solidFill>
                  <a:srgbClr val="000000"/>
                </a:solidFill>
                <a:latin typeface="__fkGroteskNeue_598ab8"/>
                <a:ea typeface="DejaVu Sans"/>
              </a:rPr>
              <a:t>Renvoyer les n premiers caractères d’une chaîne, mais si n est plus grand que la taille de la chaîne, répéter la chaîne plusieurs fois pour atteindre n caractères.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90000"/>
              </a:lnSpc>
              <a:spcBef>
                <a:spcPts val="601"/>
              </a:spcBef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90000"/>
              </a:lnSpc>
              <a:spcBef>
                <a:spcPts val="601"/>
              </a:spcBef>
            </a:pPr>
            <a:r>
              <a:rPr b="0" lang="fr-FR" sz="1400" spc="-18" strike="noStrike" baseline="30000">
                <a:solidFill>
                  <a:srgbClr val="000000"/>
                </a:solidFill>
                <a:latin typeface="Helvetica 75 Bold"/>
                <a:ea typeface="DejaVu Sans"/>
              </a:rPr>
              <a:t>	</a:t>
            </a:r>
            <a:r>
              <a:rPr b="0" lang="fr-FR" sz="1400" spc="-18" strike="noStrike" baseline="30000">
                <a:solidFill>
                  <a:srgbClr val="000000"/>
                </a:solidFill>
                <a:latin typeface="Helvetica 75 Bold"/>
                <a:ea typeface="DejaVu Sans"/>
              </a:rPr>
              <a:t>	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9" name="TextShape 19"/>
          <p:cNvSpPr/>
          <p:nvPr/>
        </p:nvSpPr>
        <p:spPr>
          <a:xfrm>
            <a:off x="314280" y="267480"/>
            <a:ext cx="8511120" cy="73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90000"/>
              </a:lnSpc>
            </a:pPr>
            <a:r>
              <a:rPr b="0" lang="fr-FR" sz="2000" spc="-18" strike="noStrike">
                <a:solidFill>
                  <a:srgbClr val="ff7900"/>
                </a:solidFill>
                <a:latin typeface="Helvetica 75 Bold"/>
                <a:ea typeface="DejaVu Sans"/>
              </a:rPr>
              <a:t>Exercices – strings - 1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TextShape 1"/>
          <p:cNvSpPr/>
          <p:nvPr/>
        </p:nvSpPr>
        <p:spPr>
          <a:xfrm>
            <a:off x="175320" y="685800"/>
            <a:ext cx="8510400" cy="3360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600" spc="-1" strike="noStrike">
                <a:solidFill>
                  <a:srgbClr val="000000"/>
                </a:solidFill>
                <a:latin typeface="Calibri"/>
                <a:ea typeface="DejaVu Sans"/>
              </a:rPr>
              <a:t>1. Construire une nouvelle liste constituée du double de chaque élément de la liste de départ.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600" spc="-1" strike="noStrike">
                <a:solidFill>
                  <a:srgbClr val="000000"/>
                </a:solidFill>
                <a:latin typeface="Calibri"/>
                <a:ea typeface="DejaVu Sans"/>
              </a:rPr>
              <a:t>Avec une boucle, puis (bonus) avec une list comprehension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600" spc="-1" strike="noStrike">
                <a:solidFill>
                  <a:srgbClr val="000000"/>
                </a:solidFill>
                <a:latin typeface="Calibri"/>
                <a:ea typeface="DejaVu Sans"/>
              </a:rPr>
              <a:t>2. Rechercher si une valeur est présente dans une liste d’entiers.</a:t>
            </a:r>
            <a:br>
              <a:rPr sz="1600"/>
            </a:br>
            <a:r>
              <a:rPr b="0" lang="fr-FR" sz="1600" spc="-1" strike="noStrike">
                <a:solidFill>
                  <a:srgbClr val="000000"/>
                </a:solidFill>
                <a:latin typeface="Arial"/>
                <a:ea typeface="DejaVu Sans"/>
              </a:rPr>
              <a:t>2</a:t>
            </a:r>
            <a:r>
              <a:rPr b="0" lang="fr-FR" sz="1600" spc="-1" strike="noStrike">
                <a:solidFill>
                  <a:srgbClr val="000000"/>
                </a:solidFill>
                <a:latin typeface="Calibri"/>
                <a:ea typeface="DejaVu Sans"/>
              </a:rPr>
              <a:t>.2. Faire aussi une version avec une boucle sans utiliser les fonctions de recherche.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600" spc="-1" strike="noStrike">
                <a:solidFill>
                  <a:srgbClr val="000000"/>
                </a:solidFill>
                <a:latin typeface="Calibri"/>
                <a:ea typeface="DejaVu Sans"/>
              </a:rPr>
              <a:t>3. Rechercher à quelle position cette valeur est présente.</a:t>
            </a:r>
            <a:br>
              <a:rPr sz="1600"/>
            </a:br>
            <a:r>
              <a:rPr b="0" lang="fr-FR" sz="1600" spc="-1" strike="noStrike">
                <a:solidFill>
                  <a:srgbClr val="000000"/>
                </a:solidFill>
                <a:latin typeface="Arial"/>
                <a:ea typeface="DejaVu Sans"/>
              </a:rPr>
              <a:t>3</a:t>
            </a:r>
            <a:r>
              <a:rPr b="0" lang="fr-FR" sz="1600" spc="-1" strike="noStrike">
                <a:solidFill>
                  <a:srgbClr val="000000"/>
                </a:solidFill>
                <a:latin typeface="Calibri"/>
                <a:ea typeface="DejaVu Sans"/>
              </a:rPr>
              <a:t>.2. Faire aussi une version avec une boucle sans utiliser les fonctions de recherche.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600" spc="-1" strike="noStrike">
                <a:solidFill>
                  <a:srgbClr val="000000"/>
                </a:solidFill>
                <a:latin typeface="Calibri"/>
                <a:ea typeface="DejaVu Sans"/>
              </a:rPr>
              <a:t>4. Calculer la moyenne d’une liste d’entiers (en utilisant </a:t>
            </a:r>
            <a:r>
              <a:rPr b="0" lang="fr-FR" sz="1600" spc="-1" strike="noStrike">
                <a:solidFill>
                  <a:srgbClr val="000000"/>
                </a:solidFill>
                <a:latin typeface="Liberation Mono;Courier New"/>
                <a:ea typeface="Noto Sans Mono CJK SC"/>
              </a:rPr>
              <a:t>sum</a:t>
            </a:r>
            <a:r>
              <a:rPr b="0" lang="fr-FR" sz="1600" spc="-1" strike="noStrike">
                <a:solidFill>
                  <a:srgbClr val="000000"/>
                </a:solidFill>
                <a:latin typeface="Calibri"/>
                <a:ea typeface="DejaVu Sans"/>
              </a:rPr>
              <a:t> et sans l’utiliser).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600" spc="-1" strike="noStrike">
                <a:solidFill>
                  <a:srgbClr val="000000"/>
                </a:solidFill>
                <a:latin typeface="Calibri"/>
                <a:ea typeface="DejaVu Sans"/>
              </a:rPr>
              <a:t>5. Recevoir une phrase : Afficher chaque mot sur une ligne, avec son rang et sa taille.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600" spc="-1" strike="noStrike">
                <a:solidFill>
                  <a:srgbClr val="000000"/>
                </a:solidFill>
                <a:latin typeface="Calibri"/>
                <a:ea typeface="DejaVu Sans"/>
              </a:rPr>
              <a:t>6. Insérer un élément au milieu d’une liste d’entiers (à une position donnée) (en utilisant </a:t>
            </a:r>
            <a:r>
              <a:rPr b="0" lang="fr-FR" sz="1600" spc="-1" strike="noStrike">
                <a:solidFill>
                  <a:srgbClr val="000000"/>
                </a:solidFill>
                <a:latin typeface="Liberation Mono;Courier New"/>
                <a:ea typeface="Noto Sans Mono CJK SC"/>
              </a:rPr>
              <a:t>insert</a:t>
            </a:r>
            <a:r>
              <a:rPr b="0" lang="fr-FR" sz="1600" spc="-1" strike="noStrike">
                <a:solidFill>
                  <a:srgbClr val="000000"/>
                </a:solidFill>
                <a:latin typeface="Calibri"/>
                <a:ea typeface="DejaVu Sans"/>
              </a:rPr>
              <a:t> et sans l’utiliser).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600" spc="-1" strike="noStrike">
                <a:solidFill>
                  <a:srgbClr val="000000"/>
                </a:solidFill>
                <a:latin typeface="Calibri"/>
                <a:ea typeface="DejaVu Sans"/>
              </a:rPr>
              <a:t>7. Dans une liste d’entiers, remplacer chaque zéro par la somme de tous les entiers qui se trouvent avant lui.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600" spc="-1" strike="noStrike">
                <a:solidFill>
                  <a:srgbClr val="000000"/>
                </a:solidFill>
                <a:latin typeface="Calibri"/>
                <a:ea typeface="DejaVu Sans"/>
              </a:rPr>
              <a:t>8. Générer la liste </a:t>
            </a:r>
            <a:r>
              <a:rPr b="0" lang="fr-FR" sz="1600" spc="-1" strike="noStrike">
                <a:solidFill>
                  <a:srgbClr val="000000"/>
                </a:solidFill>
                <a:latin typeface="Liberation Mono;Courier New"/>
                <a:ea typeface="Noto Sans Mono CJK SC"/>
              </a:rPr>
              <a:t>['ad', 'ae', 'bd', 'be', 'cd', 'ce']</a:t>
            </a:r>
            <a:r>
              <a:rPr b="0" lang="fr-FR" sz="1600" spc="-1" strike="noStrike">
                <a:solidFill>
                  <a:srgbClr val="000000"/>
                </a:solidFill>
                <a:latin typeface="Calibri"/>
                <a:ea typeface="DejaVu Sans"/>
              </a:rPr>
              <a:t> à partir des chaînes </a:t>
            </a:r>
            <a:r>
              <a:rPr b="0" lang="fr-FR" sz="1600" spc="-1" strike="noStrike">
                <a:solidFill>
                  <a:srgbClr val="000000"/>
                </a:solidFill>
                <a:latin typeface="Liberation Mono;Courier New"/>
                <a:ea typeface="Noto Sans Mono CJK SC"/>
              </a:rPr>
              <a:t>"abc"</a:t>
            </a:r>
            <a:r>
              <a:rPr b="0" lang="fr-FR" sz="1600" spc="-1" strike="noStrike">
                <a:solidFill>
                  <a:srgbClr val="000000"/>
                </a:solidFill>
                <a:latin typeface="Calibri"/>
                <a:ea typeface="DejaVu Sans"/>
              </a:rPr>
              <a:t> et </a:t>
            </a:r>
            <a:r>
              <a:rPr b="0" lang="fr-FR" sz="1600" spc="-1" strike="noStrike">
                <a:solidFill>
                  <a:srgbClr val="000000"/>
                </a:solidFill>
                <a:latin typeface="Liberation Mono;Courier New"/>
                <a:ea typeface="Noto Sans Mono CJK SC"/>
              </a:rPr>
              <a:t>"de"</a:t>
            </a:r>
            <a:r>
              <a:rPr b="0" lang="fr-FR" sz="1600" spc="-1" strike="noStrike">
                <a:solidFill>
                  <a:srgbClr val="000000"/>
                </a:solidFill>
                <a:latin typeface="Calibri"/>
                <a:ea typeface="DejaVu Sans"/>
              </a:rPr>
              <a:t> (avec 2 boucles ou avec une list comprehension).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281"/>
              </a:spcBef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90000"/>
              </a:lnSpc>
              <a:spcBef>
                <a:spcPts val="601"/>
              </a:spcBef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90000"/>
              </a:lnSpc>
              <a:spcBef>
                <a:spcPts val="601"/>
              </a:spcBef>
            </a:pPr>
            <a:r>
              <a:rPr b="0" lang="fr-FR" sz="1400" spc="-18" strike="noStrike" baseline="30000">
                <a:solidFill>
                  <a:srgbClr val="000000"/>
                </a:solidFill>
                <a:latin typeface="Helvetica 75 Bold"/>
                <a:ea typeface="DejaVu Sans"/>
              </a:rPr>
              <a:t>	</a:t>
            </a:r>
            <a:r>
              <a:rPr b="0" lang="fr-FR" sz="1400" spc="-18" strike="noStrike" baseline="30000">
                <a:solidFill>
                  <a:srgbClr val="000000"/>
                </a:solidFill>
                <a:latin typeface="Helvetica 75 Bold"/>
                <a:ea typeface="DejaVu Sans"/>
              </a:rPr>
              <a:t>	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1" name="TextShape 2"/>
          <p:cNvSpPr/>
          <p:nvPr/>
        </p:nvSpPr>
        <p:spPr>
          <a:xfrm>
            <a:off x="314280" y="267480"/>
            <a:ext cx="8510400" cy="73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90000"/>
              </a:lnSpc>
            </a:pPr>
            <a:r>
              <a:rPr b="0" lang="fr-FR" sz="2000" spc="-18" strike="noStrike">
                <a:solidFill>
                  <a:srgbClr val="ff7900"/>
                </a:solidFill>
                <a:latin typeface="Helvetica 75 Bold"/>
                <a:ea typeface="DejaVu Sans"/>
              </a:rPr>
              <a:t>Manipulation de listes et de chaînes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" name="TextShape 15"/>
          <p:cNvSpPr/>
          <p:nvPr/>
        </p:nvSpPr>
        <p:spPr>
          <a:xfrm>
            <a:off x="314280" y="751320"/>
            <a:ext cx="8511120" cy="336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spcBef>
                <a:spcPts val="400"/>
              </a:spcBef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343080" indent="-34272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2000" spc="-1" strike="noStrike">
                <a:solidFill>
                  <a:srgbClr val="000000"/>
                </a:solidFill>
                <a:latin typeface="__fkGroteskNeue_598ab8"/>
                <a:ea typeface="DejaVu Sans"/>
              </a:rPr>
              <a:t>Écrivez une fonction qui compte le nombre de voyelles (a, e, i, o, u, y) d’une chaîne de caractères.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343080" indent="-34272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2000" spc="-1" strike="noStrike">
                <a:solidFill>
                  <a:srgbClr val="000000"/>
                </a:solidFill>
                <a:latin typeface="__fkGroteskNeue_598ab8"/>
                <a:ea typeface="DejaVu Sans"/>
              </a:rPr>
              <a:t>Écrivez une fonction qui réécrit une adresse email du format prenom.nom@domaine.pays au format nom.prenom@domaine-pro.pays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343080" indent="-34272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2000" spc="-1" strike="noStrike">
                <a:solidFill>
                  <a:srgbClr val="000000"/>
                </a:solidFill>
                <a:latin typeface="__fkGroteskNeue_598ab8"/>
                <a:ea typeface="DejaVu Sans"/>
              </a:rPr>
              <a:t>Écrivez une fonction qui vérifie si une chaîne donnée est un palindrome (se lit de la même façon de gauche à droite et de droite à gauche)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343080" indent="-34272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2000" spc="-1" strike="noStrike">
                <a:solidFill>
                  <a:srgbClr val="000000"/>
                </a:solidFill>
                <a:latin typeface="__fkGroteskNeue_598ab8"/>
                <a:ea typeface="DejaVu Sans"/>
              </a:rPr>
              <a:t>Écrivez une fonction qui prend une chaîne en entrée et retourne cette chaîne inversée.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90000"/>
              </a:lnSpc>
              <a:spcBef>
                <a:spcPts val="601"/>
              </a:spcBef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90000"/>
              </a:lnSpc>
              <a:spcBef>
                <a:spcPts val="601"/>
              </a:spcBef>
            </a:pPr>
            <a:r>
              <a:rPr b="0" lang="fr-FR" sz="1400" spc="-18" strike="noStrike" baseline="30000">
                <a:solidFill>
                  <a:srgbClr val="000000"/>
                </a:solidFill>
                <a:latin typeface="Helvetica 75 Bold"/>
                <a:ea typeface="DejaVu Sans"/>
              </a:rPr>
              <a:t>	</a:t>
            </a:r>
            <a:r>
              <a:rPr b="0" lang="fr-FR" sz="1400" spc="-18" strike="noStrike" baseline="30000">
                <a:solidFill>
                  <a:srgbClr val="000000"/>
                </a:solidFill>
                <a:latin typeface="Helvetica 75 Bold"/>
                <a:ea typeface="DejaVu Sans"/>
              </a:rPr>
              <a:t>	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3" name="TextShape 16"/>
          <p:cNvSpPr/>
          <p:nvPr/>
        </p:nvSpPr>
        <p:spPr>
          <a:xfrm>
            <a:off x="314280" y="267480"/>
            <a:ext cx="8511120" cy="73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90000"/>
              </a:lnSpc>
            </a:pPr>
            <a:r>
              <a:rPr b="0" lang="fr-FR" sz="2000" spc="-18" strike="noStrike">
                <a:solidFill>
                  <a:srgbClr val="ff7900"/>
                </a:solidFill>
                <a:latin typeface="Helvetica 75 Bold"/>
                <a:ea typeface="DejaVu Sans"/>
              </a:rPr>
              <a:t>Exercices – strings - 2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TextShape 4"/>
          <p:cNvSpPr/>
          <p:nvPr/>
        </p:nvSpPr>
        <p:spPr>
          <a:xfrm>
            <a:off x="175320" y="685800"/>
            <a:ext cx="8510400" cy="3360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281"/>
              </a:spcBef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90000"/>
              </a:lnSpc>
              <a:spcBef>
                <a:spcPts val="601"/>
              </a:spcBef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90000"/>
              </a:lnSpc>
              <a:spcBef>
                <a:spcPts val="601"/>
              </a:spcBef>
            </a:pPr>
            <a:r>
              <a:rPr b="0" lang="fr-FR" sz="1400" spc="-18" strike="noStrike" baseline="30000">
                <a:solidFill>
                  <a:srgbClr val="000000"/>
                </a:solidFill>
                <a:latin typeface="Helvetica 75 Bold"/>
                <a:ea typeface="DejaVu Sans"/>
              </a:rPr>
              <a:t>	</a:t>
            </a:r>
            <a:r>
              <a:rPr b="0" lang="fr-FR" sz="1400" spc="-18" strike="noStrike" baseline="30000">
                <a:solidFill>
                  <a:srgbClr val="000000"/>
                </a:solidFill>
                <a:latin typeface="Helvetica 75 Bold"/>
                <a:ea typeface="DejaVu Sans"/>
              </a:rPr>
              <a:t>	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5" name="TextShape 5"/>
          <p:cNvSpPr/>
          <p:nvPr/>
        </p:nvSpPr>
        <p:spPr>
          <a:xfrm>
            <a:off x="314280" y="267480"/>
            <a:ext cx="8510400" cy="73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90000"/>
              </a:lnSpc>
            </a:pPr>
            <a:r>
              <a:rPr b="0" lang="fr-FR" sz="2000" spc="-18" strike="noStrike">
                <a:solidFill>
                  <a:srgbClr val="ff7900"/>
                </a:solidFill>
                <a:latin typeface="Helvetica 75 Bold"/>
                <a:ea typeface="DejaVu Sans"/>
              </a:rPr>
              <a:t>Bonus pour les plus avancés : advent of code 2024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6" name=""/>
          <p:cNvSpPr/>
          <p:nvPr/>
        </p:nvSpPr>
        <p:spPr>
          <a:xfrm>
            <a:off x="252000" y="1076760"/>
            <a:ext cx="8665920" cy="367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 u="sng">
                <a:solidFill>
                  <a:srgbClr val="ff7900"/>
                </a:solidFill>
                <a:uFillTx/>
                <a:latin typeface="Arial"/>
                <a:hlinkClick r:id="rId1"/>
              </a:rPr>
              <a:t>https://adventofcode.com/2024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 connecter (n'hésitez pas à créer un compte github si vous n'en avez pas encore)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Rejoindre le leaderboard 462223-220291ae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Sauvez le père Noël !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jours 1 et 2 : OK. 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jour 3 : conseil : se renseigner sur les regex en Python. 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jour4 : OK. 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jour 5 et 6 : première étoile faisable, deuxième étoile pour les meilleurs 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jour 7 : faisable  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...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transition spd="med">
    <p:fade/>
  </p:transition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8f8f8f"/>
      </a:dk2>
      <a:lt2>
        <a:srgbClr val="ff7900"/>
      </a:lt2>
      <a:accent1>
        <a:srgbClr val="ff7900"/>
      </a:accent1>
      <a:accent2>
        <a:srgbClr val="4bb4e6"/>
      </a:accent2>
      <a:accent3>
        <a:srgbClr val="50be87"/>
      </a:accent3>
      <a:accent4>
        <a:srgbClr val="ffb4e6"/>
      </a:accent4>
      <a:accent5>
        <a:srgbClr val="a885d8"/>
      </a:accent5>
      <a:accent6>
        <a:srgbClr val="ffd200"/>
      </a:accent6>
      <a:hlink>
        <a:srgbClr val="ff7900"/>
      </a:hlink>
      <a:folHlink>
        <a:srgbClr val="ff790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8f8f8f"/>
      </a:dk2>
      <a:lt2>
        <a:srgbClr val="ff7900"/>
      </a:lt2>
      <a:accent1>
        <a:srgbClr val="ff7900"/>
      </a:accent1>
      <a:accent2>
        <a:srgbClr val="4bb4e6"/>
      </a:accent2>
      <a:accent3>
        <a:srgbClr val="50be87"/>
      </a:accent3>
      <a:accent4>
        <a:srgbClr val="ffb4e6"/>
      </a:accent4>
      <a:accent5>
        <a:srgbClr val="a885d8"/>
      </a:accent5>
      <a:accent6>
        <a:srgbClr val="ffd200"/>
      </a:accent6>
      <a:hlink>
        <a:srgbClr val="ff7900"/>
      </a:hlink>
      <a:folHlink>
        <a:srgbClr val="ff790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8f8f8f"/>
      </a:dk2>
      <a:lt2>
        <a:srgbClr val="ff7900"/>
      </a:lt2>
      <a:accent1>
        <a:srgbClr val="ff7900"/>
      </a:accent1>
      <a:accent2>
        <a:srgbClr val="4bb4e6"/>
      </a:accent2>
      <a:accent3>
        <a:srgbClr val="50be87"/>
      </a:accent3>
      <a:accent4>
        <a:srgbClr val="ffb4e6"/>
      </a:accent4>
      <a:accent5>
        <a:srgbClr val="a885d8"/>
      </a:accent5>
      <a:accent6>
        <a:srgbClr val="ffd200"/>
      </a:accent6>
      <a:hlink>
        <a:srgbClr val="ff7900"/>
      </a:hlink>
      <a:folHlink>
        <a:srgbClr val="ff790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8f8f8f"/>
      </a:dk2>
      <a:lt2>
        <a:srgbClr val="ff7900"/>
      </a:lt2>
      <a:accent1>
        <a:srgbClr val="ff7900"/>
      </a:accent1>
      <a:accent2>
        <a:srgbClr val="4bb4e6"/>
      </a:accent2>
      <a:accent3>
        <a:srgbClr val="50be87"/>
      </a:accent3>
      <a:accent4>
        <a:srgbClr val="ffb4e6"/>
      </a:accent4>
      <a:accent5>
        <a:srgbClr val="a885d8"/>
      </a:accent5>
      <a:accent6>
        <a:srgbClr val="ffd200"/>
      </a:accent6>
      <a:hlink>
        <a:srgbClr val="ff7900"/>
      </a:hlink>
      <a:folHlink>
        <a:srgbClr val="ff790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8f8f8f"/>
      </a:dk2>
      <a:lt2>
        <a:srgbClr val="ff7900"/>
      </a:lt2>
      <a:accent1>
        <a:srgbClr val="ff7900"/>
      </a:accent1>
      <a:accent2>
        <a:srgbClr val="4bb4e6"/>
      </a:accent2>
      <a:accent3>
        <a:srgbClr val="50be87"/>
      </a:accent3>
      <a:accent4>
        <a:srgbClr val="ffb4e6"/>
      </a:accent4>
      <a:accent5>
        <a:srgbClr val="a885d8"/>
      </a:accent5>
      <a:accent6>
        <a:srgbClr val="ffd200"/>
      </a:accent6>
      <a:hlink>
        <a:srgbClr val="ff7900"/>
      </a:hlink>
      <a:folHlink>
        <a:srgbClr val="ff790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8f8f8f"/>
      </a:dk2>
      <a:lt2>
        <a:srgbClr val="ff7900"/>
      </a:lt2>
      <a:accent1>
        <a:srgbClr val="ff7900"/>
      </a:accent1>
      <a:accent2>
        <a:srgbClr val="4bb4e6"/>
      </a:accent2>
      <a:accent3>
        <a:srgbClr val="50be87"/>
      </a:accent3>
      <a:accent4>
        <a:srgbClr val="ffb4e6"/>
      </a:accent4>
      <a:accent5>
        <a:srgbClr val="a885d8"/>
      </a:accent5>
      <a:accent6>
        <a:srgbClr val="ffd200"/>
      </a:accent6>
      <a:hlink>
        <a:srgbClr val="ff7900"/>
      </a:hlink>
      <a:folHlink>
        <a:srgbClr val="ff790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8f8f8f"/>
      </a:dk2>
      <a:lt2>
        <a:srgbClr val="ff7900"/>
      </a:lt2>
      <a:accent1>
        <a:srgbClr val="ff7900"/>
      </a:accent1>
      <a:accent2>
        <a:srgbClr val="4bb4e6"/>
      </a:accent2>
      <a:accent3>
        <a:srgbClr val="50be87"/>
      </a:accent3>
      <a:accent4>
        <a:srgbClr val="ffb4e6"/>
      </a:accent4>
      <a:accent5>
        <a:srgbClr val="a885d8"/>
      </a:accent5>
      <a:accent6>
        <a:srgbClr val="ffd200"/>
      </a:accent6>
      <a:hlink>
        <a:srgbClr val="ff7900"/>
      </a:hlink>
      <a:folHlink>
        <a:srgbClr val="ff790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8f8f8f"/>
      </a:dk2>
      <a:lt2>
        <a:srgbClr val="ff7900"/>
      </a:lt2>
      <a:accent1>
        <a:srgbClr val="ff7900"/>
      </a:accent1>
      <a:accent2>
        <a:srgbClr val="4bb4e6"/>
      </a:accent2>
      <a:accent3>
        <a:srgbClr val="50be87"/>
      </a:accent3>
      <a:accent4>
        <a:srgbClr val="ffb4e6"/>
      </a:accent4>
      <a:accent5>
        <a:srgbClr val="a885d8"/>
      </a:accent5>
      <a:accent6>
        <a:srgbClr val="ffd200"/>
      </a:accent6>
      <a:hlink>
        <a:srgbClr val="ff7900"/>
      </a:hlink>
      <a:folHlink>
        <a:srgbClr val="ff790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8f8f8f"/>
      </a:dk2>
      <a:lt2>
        <a:srgbClr val="ff7900"/>
      </a:lt2>
      <a:accent1>
        <a:srgbClr val="ff7900"/>
      </a:accent1>
      <a:accent2>
        <a:srgbClr val="4bb4e6"/>
      </a:accent2>
      <a:accent3>
        <a:srgbClr val="50be87"/>
      </a:accent3>
      <a:accent4>
        <a:srgbClr val="ffb4e6"/>
      </a:accent4>
      <a:accent5>
        <a:srgbClr val="a885d8"/>
      </a:accent5>
      <a:accent6>
        <a:srgbClr val="ffd200"/>
      </a:accent6>
      <a:hlink>
        <a:srgbClr val="ff7900"/>
      </a:hlink>
      <a:folHlink>
        <a:srgbClr val="ff790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8f8f8f"/>
      </a:dk2>
      <a:lt2>
        <a:srgbClr val="ff7900"/>
      </a:lt2>
      <a:accent1>
        <a:srgbClr val="ff7900"/>
      </a:accent1>
      <a:accent2>
        <a:srgbClr val="4bb4e6"/>
      </a:accent2>
      <a:accent3>
        <a:srgbClr val="50be87"/>
      </a:accent3>
      <a:accent4>
        <a:srgbClr val="ffb4e6"/>
      </a:accent4>
      <a:accent5>
        <a:srgbClr val="a885d8"/>
      </a:accent5>
      <a:accent6>
        <a:srgbClr val="ffd200"/>
      </a:accent6>
      <a:hlink>
        <a:srgbClr val="ff7900"/>
      </a:hlink>
      <a:folHlink>
        <a:srgbClr val="ff790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8f8f8f"/>
      </a:dk2>
      <a:lt2>
        <a:srgbClr val="ff7900"/>
      </a:lt2>
      <a:accent1>
        <a:srgbClr val="ff7900"/>
      </a:accent1>
      <a:accent2>
        <a:srgbClr val="4bb4e6"/>
      </a:accent2>
      <a:accent3>
        <a:srgbClr val="50be87"/>
      </a:accent3>
      <a:accent4>
        <a:srgbClr val="ffb4e6"/>
      </a:accent4>
      <a:accent5>
        <a:srgbClr val="a885d8"/>
      </a:accent5>
      <a:accent6>
        <a:srgbClr val="ffd200"/>
      </a:accent6>
      <a:hlink>
        <a:srgbClr val="ff7900"/>
      </a:hlink>
      <a:folHlink>
        <a:srgbClr val="ff790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8f8f8f"/>
      </a:dk2>
      <a:lt2>
        <a:srgbClr val="ff7900"/>
      </a:lt2>
      <a:accent1>
        <a:srgbClr val="ff7900"/>
      </a:accent1>
      <a:accent2>
        <a:srgbClr val="4bb4e6"/>
      </a:accent2>
      <a:accent3>
        <a:srgbClr val="50be87"/>
      </a:accent3>
      <a:accent4>
        <a:srgbClr val="ffb4e6"/>
      </a:accent4>
      <a:accent5>
        <a:srgbClr val="a885d8"/>
      </a:accent5>
      <a:accent6>
        <a:srgbClr val="ffd200"/>
      </a:accent6>
      <a:hlink>
        <a:srgbClr val="ff7900"/>
      </a:hlink>
      <a:folHlink>
        <a:srgbClr val="ff790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8f8f8f"/>
      </a:dk2>
      <a:lt2>
        <a:srgbClr val="ff7900"/>
      </a:lt2>
      <a:accent1>
        <a:srgbClr val="ff7900"/>
      </a:accent1>
      <a:accent2>
        <a:srgbClr val="4bb4e6"/>
      </a:accent2>
      <a:accent3>
        <a:srgbClr val="50be87"/>
      </a:accent3>
      <a:accent4>
        <a:srgbClr val="ffb4e6"/>
      </a:accent4>
      <a:accent5>
        <a:srgbClr val="a885d8"/>
      </a:accent5>
      <a:accent6>
        <a:srgbClr val="ffd200"/>
      </a:accent6>
      <a:hlink>
        <a:srgbClr val="ff7900"/>
      </a:hlink>
      <a:folHlink>
        <a:srgbClr val="ff790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8f8f8f"/>
      </a:dk2>
      <a:lt2>
        <a:srgbClr val="ff7900"/>
      </a:lt2>
      <a:accent1>
        <a:srgbClr val="ff7900"/>
      </a:accent1>
      <a:accent2>
        <a:srgbClr val="4bb4e6"/>
      </a:accent2>
      <a:accent3>
        <a:srgbClr val="50be87"/>
      </a:accent3>
      <a:accent4>
        <a:srgbClr val="ffb4e6"/>
      </a:accent4>
      <a:accent5>
        <a:srgbClr val="a885d8"/>
      </a:accent5>
      <a:accent6>
        <a:srgbClr val="ffd200"/>
      </a:accent6>
      <a:hlink>
        <a:srgbClr val="ff7900"/>
      </a:hlink>
      <a:folHlink>
        <a:srgbClr val="ff790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8f8f8f"/>
      </a:dk2>
      <a:lt2>
        <a:srgbClr val="ff7900"/>
      </a:lt2>
      <a:accent1>
        <a:srgbClr val="ff7900"/>
      </a:accent1>
      <a:accent2>
        <a:srgbClr val="4bb4e6"/>
      </a:accent2>
      <a:accent3>
        <a:srgbClr val="50be87"/>
      </a:accent3>
      <a:accent4>
        <a:srgbClr val="ffb4e6"/>
      </a:accent4>
      <a:accent5>
        <a:srgbClr val="a885d8"/>
      </a:accent5>
      <a:accent6>
        <a:srgbClr val="ffd200"/>
      </a:accent6>
      <a:hlink>
        <a:srgbClr val="ff7900"/>
      </a:hlink>
      <a:folHlink>
        <a:srgbClr val="ff790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8f8f8f"/>
      </a:dk2>
      <a:lt2>
        <a:srgbClr val="ff7900"/>
      </a:lt2>
      <a:accent1>
        <a:srgbClr val="ff7900"/>
      </a:accent1>
      <a:accent2>
        <a:srgbClr val="4bb4e6"/>
      </a:accent2>
      <a:accent3>
        <a:srgbClr val="50be87"/>
      </a:accent3>
      <a:accent4>
        <a:srgbClr val="ffb4e6"/>
      </a:accent4>
      <a:accent5>
        <a:srgbClr val="a885d8"/>
      </a:accent5>
      <a:accent6>
        <a:srgbClr val="ffd200"/>
      </a:accent6>
      <a:hlink>
        <a:srgbClr val="ff7900"/>
      </a:hlink>
      <a:folHlink>
        <a:srgbClr val="ff790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8f8f8f"/>
      </a:dk2>
      <a:lt2>
        <a:srgbClr val="ff7900"/>
      </a:lt2>
      <a:accent1>
        <a:srgbClr val="ff7900"/>
      </a:accent1>
      <a:accent2>
        <a:srgbClr val="4bb4e6"/>
      </a:accent2>
      <a:accent3>
        <a:srgbClr val="50be87"/>
      </a:accent3>
      <a:accent4>
        <a:srgbClr val="ffb4e6"/>
      </a:accent4>
      <a:accent5>
        <a:srgbClr val="a885d8"/>
      </a:accent5>
      <a:accent6>
        <a:srgbClr val="ffd200"/>
      </a:accent6>
      <a:hlink>
        <a:srgbClr val="ff7900"/>
      </a:hlink>
      <a:folHlink>
        <a:srgbClr val="ff790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8f8f8f"/>
      </a:dk2>
      <a:lt2>
        <a:srgbClr val="ff7900"/>
      </a:lt2>
      <a:accent1>
        <a:srgbClr val="ff7900"/>
      </a:accent1>
      <a:accent2>
        <a:srgbClr val="4bb4e6"/>
      </a:accent2>
      <a:accent3>
        <a:srgbClr val="50be87"/>
      </a:accent3>
      <a:accent4>
        <a:srgbClr val="ffb4e6"/>
      </a:accent4>
      <a:accent5>
        <a:srgbClr val="a885d8"/>
      </a:accent5>
      <a:accent6>
        <a:srgbClr val="ffd200"/>
      </a:accent6>
      <a:hlink>
        <a:srgbClr val="ff7900"/>
      </a:hlink>
      <a:folHlink>
        <a:srgbClr val="ff790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8f8f8f"/>
      </a:dk2>
      <a:lt2>
        <a:srgbClr val="ff7900"/>
      </a:lt2>
      <a:accent1>
        <a:srgbClr val="ff7900"/>
      </a:accent1>
      <a:accent2>
        <a:srgbClr val="4bb4e6"/>
      </a:accent2>
      <a:accent3>
        <a:srgbClr val="50be87"/>
      </a:accent3>
      <a:accent4>
        <a:srgbClr val="ffb4e6"/>
      </a:accent4>
      <a:accent5>
        <a:srgbClr val="a885d8"/>
      </a:accent5>
      <a:accent6>
        <a:srgbClr val="ffd200"/>
      </a:accent6>
      <a:hlink>
        <a:srgbClr val="ff7900"/>
      </a:hlink>
      <a:folHlink>
        <a:srgbClr val="ff790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8f8f8f"/>
      </a:dk2>
      <a:lt2>
        <a:srgbClr val="ff7900"/>
      </a:lt2>
      <a:accent1>
        <a:srgbClr val="ff7900"/>
      </a:accent1>
      <a:accent2>
        <a:srgbClr val="4bb4e6"/>
      </a:accent2>
      <a:accent3>
        <a:srgbClr val="50be87"/>
      </a:accent3>
      <a:accent4>
        <a:srgbClr val="ffb4e6"/>
      </a:accent4>
      <a:accent5>
        <a:srgbClr val="a885d8"/>
      </a:accent5>
      <a:accent6>
        <a:srgbClr val="ffd200"/>
      </a:accent6>
      <a:hlink>
        <a:srgbClr val="ff7900"/>
      </a:hlink>
      <a:folHlink>
        <a:srgbClr val="ff790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8f8f8f"/>
      </a:dk2>
      <a:lt2>
        <a:srgbClr val="ff7900"/>
      </a:lt2>
      <a:accent1>
        <a:srgbClr val="ff7900"/>
      </a:accent1>
      <a:accent2>
        <a:srgbClr val="4bb4e6"/>
      </a:accent2>
      <a:accent3>
        <a:srgbClr val="50be87"/>
      </a:accent3>
      <a:accent4>
        <a:srgbClr val="ffb4e6"/>
      </a:accent4>
      <a:accent5>
        <a:srgbClr val="a885d8"/>
      </a:accent5>
      <a:accent6>
        <a:srgbClr val="ffd200"/>
      </a:accent6>
      <a:hlink>
        <a:srgbClr val="ff7900"/>
      </a:hlink>
      <a:folHlink>
        <a:srgbClr val="ff790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8f8f8f"/>
      </a:dk2>
      <a:lt2>
        <a:srgbClr val="ff7900"/>
      </a:lt2>
      <a:accent1>
        <a:srgbClr val="ff7900"/>
      </a:accent1>
      <a:accent2>
        <a:srgbClr val="4bb4e6"/>
      </a:accent2>
      <a:accent3>
        <a:srgbClr val="50be87"/>
      </a:accent3>
      <a:accent4>
        <a:srgbClr val="ffb4e6"/>
      </a:accent4>
      <a:accent5>
        <a:srgbClr val="a885d8"/>
      </a:accent5>
      <a:accent6>
        <a:srgbClr val="ffd200"/>
      </a:accent6>
      <a:hlink>
        <a:srgbClr val="ff7900"/>
      </a:hlink>
      <a:folHlink>
        <a:srgbClr val="ff790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8f8f8f"/>
      </a:dk2>
      <a:lt2>
        <a:srgbClr val="ff7900"/>
      </a:lt2>
      <a:accent1>
        <a:srgbClr val="ff7900"/>
      </a:accent1>
      <a:accent2>
        <a:srgbClr val="4bb4e6"/>
      </a:accent2>
      <a:accent3>
        <a:srgbClr val="50be87"/>
      </a:accent3>
      <a:accent4>
        <a:srgbClr val="ffb4e6"/>
      </a:accent4>
      <a:accent5>
        <a:srgbClr val="a885d8"/>
      </a:accent5>
      <a:accent6>
        <a:srgbClr val="ffd200"/>
      </a:accent6>
      <a:hlink>
        <a:srgbClr val="ff7900"/>
      </a:hlink>
      <a:folHlink>
        <a:srgbClr val="ff790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8f8f8f"/>
      </a:dk2>
      <a:lt2>
        <a:srgbClr val="ff7900"/>
      </a:lt2>
      <a:accent1>
        <a:srgbClr val="ff7900"/>
      </a:accent1>
      <a:accent2>
        <a:srgbClr val="4bb4e6"/>
      </a:accent2>
      <a:accent3>
        <a:srgbClr val="50be87"/>
      </a:accent3>
      <a:accent4>
        <a:srgbClr val="ffb4e6"/>
      </a:accent4>
      <a:accent5>
        <a:srgbClr val="a885d8"/>
      </a:accent5>
      <a:accent6>
        <a:srgbClr val="ffd200"/>
      </a:accent6>
      <a:hlink>
        <a:srgbClr val="ff7900"/>
      </a:hlink>
      <a:folHlink>
        <a:srgbClr val="ff790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8f8f8f"/>
      </a:dk2>
      <a:lt2>
        <a:srgbClr val="ff7900"/>
      </a:lt2>
      <a:accent1>
        <a:srgbClr val="ff7900"/>
      </a:accent1>
      <a:accent2>
        <a:srgbClr val="4bb4e6"/>
      </a:accent2>
      <a:accent3>
        <a:srgbClr val="50be87"/>
      </a:accent3>
      <a:accent4>
        <a:srgbClr val="ffb4e6"/>
      </a:accent4>
      <a:accent5>
        <a:srgbClr val="a885d8"/>
      </a:accent5>
      <a:accent6>
        <a:srgbClr val="ffd200"/>
      </a:accent6>
      <a:hlink>
        <a:srgbClr val="ff7900"/>
      </a:hlink>
      <a:folHlink>
        <a:srgbClr val="ff790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8f8f8f"/>
      </a:dk2>
      <a:lt2>
        <a:srgbClr val="ff7900"/>
      </a:lt2>
      <a:accent1>
        <a:srgbClr val="ff7900"/>
      </a:accent1>
      <a:accent2>
        <a:srgbClr val="4bb4e6"/>
      </a:accent2>
      <a:accent3>
        <a:srgbClr val="50be87"/>
      </a:accent3>
      <a:accent4>
        <a:srgbClr val="ffb4e6"/>
      </a:accent4>
      <a:accent5>
        <a:srgbClr val="a885d8"/>
      </a:accent5>
      <a:accent6>
        <a:srgbClr val="ffd200"/>
      </a:accent6>
      <a:hlink>
        <a:srgbClr val="ff7900"/>
      </a:hlink>
      <a:folHlink>
        <a:srgbClr val="ff790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8f8f8f"/>
      </a:dk2>
      <a:lt2>
        <a:srgbClr val="ff7900"/>
      </a:lt2>
      <a:accent1>
        <a:srgbClr val="ff7900"/>
      </a:accent1>
      <a:accent2>
        <a:srgbClr val="4bb4e6"/>
      </a:accent2>
      <a:accent3>
        <a:srgbClr val="50be87"/>
      </a:accent3>
      <a:accent4>
        <a:srgbClr val="ffb4e6"/>
      </a:accent4>
      <a:accent5>
        <a:srgbClr val="a885d8"/>
      </a:accent5>
      <a:accent6>
        <a:srgbClr val="ffd200"/>
      </a:accent6>
      <a:hlink>
        <a:srgbClr val="ff7900"/>
      </a:hlink>
      <a:folHlink>
        <a:srgbClr val="ff790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8f8f8f"/>
      </a:dk2>
      <a:lt2>
        <a:srgbClr val="ff7900"/>
      </a:lt2>
      <a:accent1>
        <a:srgbClr val="ff7900"/>
      </a:accent1>
      <a:accent2>
        <a:srgbClr val="4bb4e6"/>
      </a:accent2>
      <a:accent3>
        <a:srgbClr val="50be87"/>
      </a:accent3>
      <a:accent4>
        <a:srgbClr val="ffb4e6"/>
      </a:accent4>
      <a:accent5>
        <a:srgbClr val="a885d8"/>
      </a:accent5>
      <a:accent6>
        <a:srgbClr val="ffd200"/>
      </a:accent6>
      <a:hlink>
        <a:srgbClr val="ff7900"/>
      </a:hlink>
      <a:folHlink>
        <a:srgbClr val="ff790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8f8f8f"/>
      </a:dk2>
      <a:lt2>
        <a:srgbClr val="ff7900"/>
      </a:lt2>
      <a:accent1>
        <a:srgbClr val="ff7900"/>
      </a:accent1>
      <a:accent2>
        <a:srgbClr val="4bb4e6"/>
      </a:accent2>
      <a:accent3>
        <a:srgbClr val="50be87"/>
      </a:accent3>
      <a:accent4>
        <a:srgbClr val="ffb4e6"/>
      </a:accent4>
      <a:accent5>
        <a:srgbClr val="a885d8"/>
      </a:accent5>
      <a:accent6>
        <a:srgbClr val="ffd200"/>
      </a:accent6>
      <a:hlink>
        <a:srgbClr val="ff7900"/>
      </a:hlink>
      <a:folHlink>
        <a:srgbClr val="ff790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8f8f8f"/>
      </a:dk2>
      <a:lt2>
        <a:srgbClr val="ff7900"/>
      </a:lt2>
      <a:accent1>
        <a:srgbClr val="ff7900"/>
      </a:accent1>
      <a:accent2>
        <a:srgbClr val="4bb4e6"/>
      </a:accent2>
      <a:accent3>
        <a:srgbClr val="50be87"/>
      </a:accent3>
      <a:accent4>
        <a:srgbClr val="ffb4e6"/>
      </a:accent4>
      <a:accent5>
        <a:srgbClr val="a885d8"/>
      </a:accent5>
      <a:accent6>
        <a:srgbClr val="ffd200"/>
      </a:accent6>
      <a:hlink>
        <a:srgbClr val="ff7900"/>
      </a:hlink>
      <a:folHlink>
        <a:srgbClr val="ff790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8f8f8f"/>
      </a:dk2>
      <a:lt2>
        <a:srgbClr val="ff7900"/>
      </a:lt2>
      <a:accent1>
        <a:srgbClr val="ff7900"/>
      </a:accent1>
      <a:accent2>
        <a:srgbClr val="4bb4e6"/>
      </a:accent2>
      <a:accent3>
        <a:srgbClr val="50be87"/>
      </a:accent3>
      <a:accent4>
        <a:srgbClr val="ffb4e6"/>
      </a:accent4>
      <a:accent5>
        <a:srgbClr val="a885d8"/>
      </a:accent5>
      <a:accent6>
        <a:srgbClr val="ffd200"/>
      </a:accent6>
      <a:hlink>
        <a:srgbClr val="ff7900"/>
      </a:hlink>
      <a:folHlink>
        <a:srgbClr val="ff790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8f8f8f"/>
      </a:dk2>
      <a:lt2>
        <a:srgbClr val="ff7900"/>
      </a:lt2>
      <a:accent1>
        <a:srgbClr val="ff7900"/>
      </a:accent1>
      <a:accent2>
        <a:srgbClr val="4bb4e6"/>
      </a:accent2>
      <a:accent3>
        <a:srgbClr val="50be87"/>
      </a:accent3>
      <a:accent4>
        <a:srgbClr val="ffb4e6"/>
      </a:accent4>
      <a:accent5>
        <a:srgbClr val="a885d8"/>
      </a:accent5>
      <a:accent6>
        <a:srgbClr val="ffd200"/>
      </a:accent6>
      <a:hlink>
        <a:srgbClr val="ff7900"/>
      </a:hlink>
      <a:folHlink>
        <a:srgbClr val="ff790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8f8f8f"/>
      </a:dk2>
      <a:lt2>
        <a:srgbClr val="ff7900"/>
      </a:lt2>
      <a:accent1>
        <a:srgbClr val="ff7900"/>
      </a:accent1>
      <a:accent2>
        <a:srgbClr val="4bb4e6"/>
      </a:accent2>
      <a:accent3>
        <a:srgbClr val="50be87"/>
      </a:accent3>
      <a:accent4>
        <a:srgbClr val="ffb4e6"/>
      </a:accent4>
      <a:accent5>
        <a:srgbClr val="a885d8"/>
      </a:accent5>
      <a:accent6>
        <a:srgbClr val="ffd200"/>
      </a:accent6>
      <a:hlink>
        <a:srgbClr val="ff7900"/>
      </a:hlink>
      <a:folHlink>
        <a:srgbClr val="ff790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8f8f8f"/>
      </a:dk2>
      <a:lt2>
        <a:srgbClr val="ff7900"/>
      </a:lt2>
      <a:accent1>
        <a:srgbClr val="ff7900"/>
      </a:accent1>
      <a:accent2>
        <a:srgbClr val="4bb4e6"/>
      </a:accent2>
      <a:accent3>
        <a:srgbClr val="50be87"/>
      </a:accent3>
      <a:accent4>
        <a:srgbClr val="ffb4e6"/>
      </a:accent4>
      <a:accent5>
        <a:srgbClr val="a885d8"/>
      </a:accent5>
      <a:accent6>
        <a:srgbClr val="ffd200"/>
      </a:accent6>
      <a:hlink>
        <a:srgbClr val="ff7900"/>
      </a:hlink>
      <a:folHlink>
        <a:srgbClr val="ff790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8f8f8f"/>
      </a:dk2>
      <a:lt2>
        <a:srgbClr val="ff7900"/>
      </a:lt2>
      <a:accent1>
        <a:srgbClr val="ff7900"/>
      </a:accent1>
      <a:accent2>
        <a:srgbClr val="4bb4e6"/>
      </a:accent2>
      <a:accent3>
        <a:srgbClr val="50be87"/>
      </a:accent3>
      <a:accent4>
        <a:srgbClr val="ffb4e6"/>
      </a:accent4>
      <a:accent5>
        <a:srgbClr val="a885d8"/>
      </a:accent5>
      <a:accent6>
        <a:srgbClr val="ffd200"/>
      </a:accent6>
      <a:hlink>
        <a:srgbClr val="ff7900"/>
      </a:hlink>
      <a:folHlink>
        <a:srgbClr val="ff790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8f8f8f"/>
      </a:dk2>
      <a:lt2>
        <a:srgbClr val="ff7900"/>
      </a:lt2>
      <a:accent1>
        <a:srgbClr val="ff7900"/>
      </a:accent1>
      <a:accent2>
        <a:srgbClr val="4bb4e6"/>
      </a:accent2>
      <a:accent3>
        <a:srgbClr val="50be87"/>
      </a:accent3>
      <a:accent4>
        <a:srgbClr val="ffb4e6"/>
      </a:accent4>
      <a:accent5>
        <a:srgbClr val="a885d8"/>
      </a:accent5>
      <a:accent6>
        <a:srgbClr val="ffd200"/>
      </a:accent6>
      <a:hlink>
        <a:srgbClr val="ff7900"/>
      </a:hlink>
      <a:folHlink>
        <a:srgbClr val="ff790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8f8f8f"/>
      </a:dk2>
      <a:lt2>
        <a:srgbClr val="ff7900"/>
      </a:lt2>
      <a:accent1>
        <a:srgbClr val="ff7900"/>
      </a:accent1>
      <a:accent2>
        <a:srgbClr val="4bb4e6"/>
      </a:accent2>
      <a:accent3>
        <a:srgbClr val="50be87"/>
      </a:accent3>
      <a:accent4>
        <a:srgbClr val="ffb4e6"/>
      </a:accent4>
      <a:accent5>
        <a:srgbClr val="a885d8"/>
      </a:accent5>
      <a:accent6>
        <a:srgbClr val="ffd200"/>
      </a:accent6>
      <a:hlink>
        <a:srgbClr val="ff7900"/>
      </a:hlink>
      <a:folHlink>
        <a:srgbClr val="ff790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8f8f8f"/>
      </a:dk2>
      <a:lt2>
        <a:srgbClr val="ff7900"/>
      </a:lt2>
      <a:accent1>
        <a:srgbClr val="ff7900"/>
      </a:accent1>
      <a:accent2>
        <a:srgbClr val="4bb4e6"/>
      </a:accent2>
      <a:accent3>
        <a:srgbClr val="50be87"/>
      </a:accent3>
      <a:accent4>
        <a:srgbClr val="ffb4e6"/>
      </a:accent4>
      <a:accent5>
        <a:srgbClr val="a885d8"/>
      </a:accent5>
      <a:accent6>
        <a:srgbClr val="ffd200"/>
      </a:accent6>
      <a:hlink>
        <a:srgbClr val="ff7900"/>
      </a:hlink>
      <a:folHlink>
        <a:srgbClr val="ff790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8f8f8f"/>
      </a:dk2>
      <a:lt2>
        <a:srgbClr val="ff7900"/>
      </a:lt2>
      <a:accent1>
        <a:srgbClr val="ff7900"/>
      </a:accent1>
      <a:accent2>
        <a:srgbClr val="4bb4e6"/>
      </a:accent2>
      <a:accent3>
        <a:srgbClr val="50be87"/>
      </a:accent3>
      <a:accent4>
        <a:srgbClr val="ffb4e6"/>
      </a:accent4>
      <a:accent5>
        <a:srgbClr val="a885d8"/>
      </a:accent5>
      <a:accent6>
        <a:srgbClr val="ffd200"/>
      </a:accent6>
      <a:hlink>
        <a:srgbClr val="ff7900"/>
      </a:hlink>
      <a:folHlink>
        <a:srgbClr val="ff790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8f8f8f"/>
      </a:dk2>
      <a:lt2>
        <a:srgbClr val="ff7900"/>
      </a:lt2>
      <a:accent1>
        <a:srgbClr val="ff7900"/>
      </a:accent1>
      <a:accent2>
        <a:srgbClr val="4bb4e6"/>
      </a:accent2>
      <a:accent3>
        <a:srgbClr val="50be87"/>
      </a:accent3>
      <a:accent4>
        <a:srgbClr val="ffb4e6"/>
      </a:accent4>
      <a:accent5>
        <a:srgbClr val="a885d8"/>
      </a:accent5>
      <a:accent6>
        <a:srgbClr val="ffd200"/>
      </a:accent6>
      <a:hlink>
        <a:srgbClr val="ff7900"/>
      </a:hlink>
      <a:folHlink>
        <a:srgbClr val="ff790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8f8f8f"/>
      </a:dk2>
      <a:lt2>
        <a:srgbClr val="ff7900"/>
      </a:lt2>
      <a:accent1>
        <a:srgbClr val="ff7900"/>
      </a:accent1>
      <a:accent2>
        <a:srgbClr val="4bb4e6"/>
      </a:accent2>
      <a:accent3>
        <a:srgbClr val="50be87"/>
      </a:accent3>
      <a:accent4>
        <a:srgbClr val="ffb4e6"/>
      </a:accent4>
      <a:accent5>
        <a:srgbClr val="a885d8"/>
      </a:accent5>
      <a:accent6>
        <a:srgbClr val="ffd200"/>
      </a:accent6>
      <a:hlink>
        <a:srgbClr val="ff7900"/>
      </a:hlink>
      <a:folHlink>
        <a:srgbClr val="ff790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8f8f8f"/>
      </a:dk2>
      <a:lt2>
        <a:srgbClr val="ff7900"/>
      </a:lt2>
      <a:accent1>
        <a:srgbClr val="ff7900"/>
      </a:accent1>
      <a:accent2>
        <a:srgbClr val="4bb4e6"/>
      </a:accent2>
      <a:accent3>
        <a:srgbClr val="50be87"/>
      </a:accent3>
      <a:accent4>
        <a:srgbClr val="ffb4e6"/>
      </a:accent4>
      <a:accent5>
        <a:srgbClr val="a885d8"/>
      </a:accent5>
      <a:accent6>
        <a:srgbClr val="ffd200"/>
      </a:accent6>
      <a:hlink>
        <a:srgbClr val="ff7900"/>
      </a:hlink>
      <a:folHlink>
        <a:srgbClr val="ff790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8f8f8f"/>
      </a:dk2>
      <a:lt2>
        <a:srgbClr val="ff7900"/>
      </a:lt2>
      <a:accent1>
        <a:srgbClr val="ff7900"/>
      </a:accent1>
      <a:accent2>
        <a:srgbClr val="4bb4e6"/>
      </a:accent2>
      <a:accent3>
        <a:srgbClr val="50be87"/>
      </a:accent3>
      <a:accent4>
        <a:srgbClr val="ffb4e6"/>
      </a:accent4>
      <a:accent5>
        <a:srgbClr val="a885d8"/>
      </a:accent5>
      <a:accent6>
        <a:srgbClr val="ffd200"/>
      </a:accent6>
      <a:hlink>
        <a:srgbClr val="ff7900"/>
      </a:hlink>
      <a:folHlink>
        <a:srgbClr val="ff790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8f8f8f"/>
      </a:dk2>
      <a:lt2>
        <a:srgbClr val="ff7900"/>
      </a:lt2>
      <a:accent1>
        <a:srgbClr val="ff7900"/>
      </a:accent1>
      <a:accent2>
        <a:srgbClr val="4bb4e6"/>
      </a:accent2>
      <a:accent3>
        <a:srgbClr val="50be87"/>
      </a:accent3>
      <a:accent4>
        <a:srgbClr val="ffb4e6"/>
      </a:accent4>
      <a:accent5>
        <a:srgbClr val="a885d8"/>
      </a:accent5>
      <a:accent6>
        <a:srgbClr val="ffd200"/>
      </a:accent6>
      <a:hlink>
        <a:srgbClr val="ff7900"/>
      </a:hlink>
      <a:folHlink>
        <a:srgbClr val="ff790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8f8f8f"/>
      </a:dk2>
      <a:lt2>
        <a:srgbClr val="ff7900"/>
      </a:lt2>
      <a:accent1>
        <a:srgbClr val="ff7900"/>
      </a:accent1>
      <a:accent2>
        <a:srgbClr val="4bb4e6"/>
      </a:accent2>
      <a:accent3>
        <a:srgbClr val="50be87"/>
      </a:accent3>
      <a:accent4>
        <a:srgbClr val="ffb4e6"/>
      </a:accent4>
      <a:accent5>
        <a:srgbClr val="a885d8"/>
      </a:accent5>
      <a:accent6>
        <a:srgbClr val="ffd200"/>
      </a:accent6>
      <a:hlink>
        <a:srgbClr val="ff7900"/>
      </a:hlink>
      <a:folHlink>
        <a:srgbClr val="ff790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8f8f8f"/>
      </a:dk2>
      <a:lt2>
        <a:srgbClr val="ff7900"/>
      </a:lt2>
      <a:accent1>
        <a:srgbClr val="ff7900"/>
      </a:accent1>
      <a:accent2>
        <a:srgbClr val="4bb4e6"/>
      </a:accent2>
      <a:accent3>
        <a:srgbClr val="50be87"/>
      </a:accent3>
      <a:accent4>
        <a:srgbClr val="ffb4e6"/>
      </a:accent4>
      <a:accent5>
        <a:srgbClr val="a885d8"/>
      </a:accent5>
      <a:accent6>
        <a:srgbClr val="ffd200"/>
      </a:accent6>
      <a:hlink>
        <a:srgbClr val="ff7900"/>
      </a:hlink>
      <a:folHlink>
        <a:srgbClr val="ff790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8f8f8f"/>
      </a:dk2>
      <a:lt2>
        <a:srgbClr val="ff7900"/>
      </a:lt2>
      <a:accent1>
        <a:srgbClr val="ff7900"/>
      </a:accent1>
      <a:accent2>
        <a:srgbClr val="4bb4e6"/>
      </a:accent2>
      <a:accent3>
        <a:srgbClr val="50be87"/>
      </a:accent3>
      <a:accent4>
        <a:srgbClr val="ffb4e6"/>
      </a:accent4>
      <a:accent5>
        <a:srgbClr val="a885d8"/>
      </a:accent5>
      <a:accent6>
        <a:srgbClr val="ffd200"/>
      </a:accent6>
      <a:hlink>
        <a:srgbClr val="ff7900"/>
      </a:hlink>
      <a:folHlink>
        <a:srgbClr val="ff790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8f8f8f"/>
      </a:dk2>
      <a:lt2>
        <a:srgbClr val="ff7900"/>
      </a:lt2>
      <a:accent1>
        <a:srgbClr val="ff7900"/>
      </a:accent1>
      <a:accent2>
        <a:srgbClr val="4bb4e6"/>
      </a:accent2>
      <a:accent3>
        <a:srgbClr val="50be87"/>
      </a:accent3>
      <a:accent4>
        <a:srgbClr val="ffb4e6"/>
      </a:accent4>
      <a:accent5>
        <a:srgbClr val="a885d8"/>
      </a:accent5>
      <a:accent6>
        <a:srgbClr val="ffd200"/>
      </a:accent6>
      <a:hlink>
        <a:srgbClr val="ff7900"/>
      </a:hlink>
      <a:folHlink>
        <a:srgbClr val="ff790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8f8f8f"/>
      </a:dk2>
      <a:lt2>
        <a:srgbClr val="ff7900"/>
      </a:lt2>
      <a:accent1>
        <a:srgbClr val="ff7900"/>
      </a:accent1>
      <a:accent2>
        <a:srgbClr val="4bb4e6"/>
      </a:accent2>
      <a:accent3>
        <a:srgbClr val="50be87"/>
      </a:accent3>
      <a:accent4>
        <a:srgbClr val="ffb4e6"/>
      </a:accent4>
      <a:accent5>
        <a:srgbClr val="a885d8"/>
      </a:accent5>
      <a:accent6>
        <a:srgbClr val="ffd200"/>
      </a:accent6>
      <a:hlink>
        <a:srgbClr val="ff7900"/>
      </a:hlink>
      <a:folHlink>
        <a:srgbClr val="ff790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8f8f8f"/>
      </a:dk2>
      <a:lt2>
        <a:srgbClr val="ff7900"/>
      </a:lt2>
      <a:accent1>
        <a:srgbClr val="ff7900"/>
      </a:accent1>
      <a:accent2>
        <a:srgbClr val="4bb4e6"/>
      </a:accent2>
      <a:accent3>
        <a:srgbClr val="50be87"/>
      </a:accent3>
      <a:accent4>
        <a:srgbClr val="ffb4e6"/>
      </a:accent4>
      <a:accent5>
        <a:srgbClr val="a885d8"/>
      </a:accent5>
      <a:accent6>
        <a:srgbClr val="ffd200"/>
      </a:accent6>
      <a:hlink>
        <a:srgbClr val="ff7900"/>
      </a:hlink>
      <a:folHlink>
        <a:srgbClr val="ff790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8f8f8f"/>
      </a:dk2>
      <a:lt2>
        <a:srgbClr val="ff7900"/>
      </a:lt2>
      <a:accent1>
        <a:srgbClr val="ff7900"/>
      </a:accent1>
      <a:accent2>
        <a:srgbClr val="4bb4e6"/>
      </a:accent2>
      <a:accent3>
        <a:srgbClr val="50be87"/>
      </a:accent3>
      <a:accent4>
        <a:srgbClr val="ffb4e6"/>
      </a:accent4>
      <a:accent5>
        <a:srgbClr val="a885d8"/>
      </a:accent5>
      <a:accent6>
        <a:srgbClr val="ffd200"/>
      </a:accent6>
      <a:hlink>
        <a:srgbClr val="ff7900"/>
      </a:hlink>
      <a:folHlink>
        <a:srgbClr val="ff790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8f8f8f"/>
      </a:dk2>
      <a:lt2>
        <a:srgbClr val="ff7900"/>
      </a:lt2>
      <a:accent1>
        <a:srgbClr val="ff7900"/>
      </a:accent1>
      <a:accent2>
        <a:srgbClr val="4bb4e6"/>
      </a:accent2>
      <a:accent3>
        <a:srgbClr val="50be87"/>
      </a:accent3>
      <a:accent4>
        <a:srgbClr val="ffb4e6"/>
      </a:accent4>
      <a:accent5>
        <a:srgbClr val="a885d8"/>
      </a:accent5>
      <a:accent6>
        <a:srgbClr val="ffd200"/>
      </a:accent6>
      <a:hlink>
        <a:srgbClr val="ff7900"/>
      </a:hlink>
      <a:folHlink>
        <a:srgbClr val="ff790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8f8f8f"/>
      </a:dk2>
      <a:lt2>
        <a:srgbClr val="ff7900"/>
      </a:lt2>
      <a:accent1>
        <a:srgbClr val="ff7900"/>
      </a:accent1>
      <a:accent2>
        <a:srgbClr val="4bb4e6"/>
      </a:accent2>
      <a:accent3>
        <a:srgbClr val="50be87"/>
      </a:accent3>
      <a:accent4>
        <a:srgbClr val="ffb4e6"/>
      </a:accent4>
      <a:accent5>
        <a:srgbClr val="a885d8"/>
      </a:accent5>
      <a:accent6>
        <a:srgbClr val="ffd200"/>
      </a:accent6>
      <a:hlink>
        <a:srgbClr val="ff7900"/>
      </a:hlink>
      <a:folHlink>
        <a:srgbClr val="ff790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8f8f8f"/>
      </a:dk2>
      <a:lt2>
        <a:srgbClr val="ff7900"/>
      </a:lt2>
      <a:accent1>
        <a:srgbClr val="ff7900"/>
      </a:accent1>
      <a:accent2>
        <a:srgbClr val="4bb4e6"/>
      </a:accent2>
      <a:accent3>
        <a:srgbClr val="50be87"/>
      </a:accent3>
      <a:accent4>
        <a:srgbClr val="ffb4e6"/>
      </a:accent4>
      <a:accent5>
        <a:srgbClr val="a885d8"/>
      </a:accent5>
      <a:accent6>
        <a:srgbClr val="ffd200"/>
      </a:accent6>
      <a:hlink>
        <a:srgbClr val="ff7900"/>
      </a:hlink>
      <a:folHlink>
        <a:srgbClr val="ff790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8f8f8f"/>
      </a:dk2>
      <a:lt2>
        <a:srgbClr val="ff7900"/>
      </a:lt2>
      <a:accent1>
        <a:srgbClr val="ff7900"/>
      </a:accent1>
      <a:accent2>
        <a:srgbClr val="4bb4e6"/>
      </a:accent2>
      <a:accent3>
        <a:srgbClr val="50be87"/>
      </a:accent3>
      <a:accent4>
        <a:srgbClr val="ffb4e6"/>
      </a:accent4>
      <a:accent5>
        <a:srgbClr val="a885d8"/>
      </a:accent5>
      <a:accent6>
        <a:srgbClr val="ffd200"/>
      </a:accent6>
      <a:hlink>
        <a:srgbClr val="ff7900"/>
      </a:hlink>
      <a:folHlink>
        <a:srgbClr val="ff790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8f8f8f"/>
      </a:dk2>
      <a:lt2>
        <a:srgbClr val="ff7900"/>
      </a:lt2>
      <a:accent1>
        <a:srgbClr val="ff7900"/>
      </a:accent1>
      <a:accent2>
        <a:srgbClr val="4bb4e6"/>
      </a:accent2>
      <a:accent3>
        <a:srgbClr val="50be87"/>
      </a:accent3>
      <a:accent4>
        <a:srgbClr val="ffb4e6"/>
      </a:accent4>
      <a:accent5>
        <a:srgbClr val="a885d8"/>
      </a:accent5>
      <a:accent6>
        <a:srgbClr val="ffd200"/>
      </a:accent6>
      <a:hlink>
        <a:srgbClr val="ff7900"/>
      </a:hlink>
      <a:folHlink>
        <a:srgbClr val="ff790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8f8f8f"/>
      </a:dk2>
      <a:lt2>
        <a:srgbClr val="ff7900"/>
      </a:lt2>
      <a:accent1>
        <a:srgbClr val="ff7900"/>
      </a:accent1>
      <a:accent2>
        <a:srgbClr val="4bb4e6"/>
      </a:accent2>
      <a:accent3>
        <a:srgbClr val="50be87"/>
      </a:accent3>
      <a:accent4>
        <a:srgbClr val="ffb4e6"/>
      </a:accent4>
      <a:accent5>
        <a:srgbClr val="a885d8"/>
      </a:accent5>
      <a:accent6>
        <a:srgbClr val="ffd200"/>
      </a:accent6>
      <a:hlink>
        <a:srgbClr val="ff7900"/>
      </a:hlink>
      <a:folHlink>
        <a:srgbClr val="ff790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8f8f8f"/>
      </a:dk2>
      <a:lt2>
        <a:srgbClr val="ff7900"/>
      </a:lt2>
      <a:accent1>
        <a:srgbClr val="ff7900"/>
      </a:accent1>
      <a:accent2>
        <a:srgbClr val="4bb4e6"/>
      </a:accent2>
      <a:accent3>
        <a:srgbClr val="50be87"/>
      </a:accent3>
      <a:accent4>
        <a:srgbClr val="ffb4e6"/>
      </a:accent4>
      <a:accent5>
        <a:srgbClr val="a885d8"/>
      </a:accent5>
      <a:accent6>
        <a:srgbClr val="ffd200"/>
      </a:accent6>
      <a:hlink>
        <a:srgbClr val="ff7900"/>
      </a:hlink>
      <a:folHlink>
        <a:srgbClr val="ff790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8f8f8f"/>
      </a:dk2>
      <a:lt2>
        <a:srgbClr val="ff7900"/>
      </a:lt2>
      <a:accent1>
        <a:srgbClr val="ff7900"/>
      </a:accent1>
      <a:accent2>
        <a:srgbClr val="4bb4e6"/>
      </a:accent2>
      <a:accent3>
        <a:srgbClr val="50be87"/>
      </a:accent3>
      <a:accent4>
        <a:srgbClr val="ffb4e6"/>
      </a:accent4>
      <a:accent5>
        <a:srgbClr val="a885d8"/>
      </a:accent5>
      <a:accent6>
        <a:srgbClr val="ffd200"/>
      </a:accent6>
      <a:hlink>
        <a:srgbClr val="ff7900"/>
      </a:hlink>
      <a:folHlink>
        <a:srgbClr val="ff790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8f8f8f"/>
      </a:dk2>
      <a:lt2>
        <a:srgbClr val="ff7900"/>
      </a:lt2>
      <a:accent1>
        <a:srgbClr val="ff7900"/>
      </a:accent1>
      <a:accent2>
        <a:srgbClr val="4bb4e6"/>
      </a:accent2>
      <a:accent3>
        <a:srgbClr val="50be87"/>
      </a:accent3>
      <a:accent4>
        <a:srgbClr val="ffb4e6"/>
      </a:accent4>
      <a:accent5>
        <a:srgbClr val="a885d8"/>
      </a:accent5>
      <a:accent6>
        <a:srgbClr val="ffd200"/>
      </a:accent6>
      <a:hlink>
        <a:srgbClr val="ff7900"/>
      </a:hlink>
      <a:folHlink>
        <a:srgbClr val="ff790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8f8f8f"/>
      </a:dk2>
      <a:lt2>
        <a:srgbClr val="ff7900"/>
      </a:lt2>
      <a:accent1>
        <a:srgbClr val="ff7900"/>
      </a:accent1>
      <a:accent2>
        <a:srgbClr val="4bb4e6"/>
      </a:accent2>
      <a:accent3>
        <a:srgbClr val="50be87"/>
      </a:accent3>
      <a:accent4>
        <a:srgbClr val="ffb4e6"/>
      </a:accent4>
      <a:accent5>
        <a:srgbClr val="a885d8"/>
      </a:accent5>
      <a:accent6>
        <a:srgbClr val="ffd200"/>
      </a:accent6>
      <a:hlink>
        <a:srgbClr val="ff7900"/>
      </a:hlink>
      <a:folHlink>
        <a:srgbClr val="ff790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8f8f8f"/>
      </a:dk2>
      <a:lt2>
        <a:srgbClr val="ff7900"/>
      </a:lt2>
      <a:accent1>
        <a:srgbClr val="ff7900"/>
      </a:accent1>
      <a:accent2>
        <a:srgbClr val="4bb4e6"/>
      </a:accent2>
      <a:accent3>
        <a:srgbClr val="50be87"/>
      </a:accent3>
      <a:accent4>
        <a:srgbClr val="ffb4e6"/>
      </a:accent4>
      <a:accent5>
        <a:srgbClr val="a885d8"/>
      </a:accent5>
      <a:accent6>
        <a:srgbClr val="ffd200"/>
      </a:accent6>
      <a:hlink>
        <a:srgbClr val="ff7900"/>
      </a:hlink>
      <a:folHlink>
        <a:srgbClr val="ff790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8f8f8f"/>
      </a:dk2>
      <a:lt2>
        <a:srgbClr val="ff7900"/>
      </a:lt2>
      <a:accent1>
        <a:srgbClr val="ff7900"/>
      </a:accent1>
      <a:accent2>
        <a:srgbClr val="4bb4e6"/>
      </a:accent2>
      <a:accent3>
        <a:srgbClr val="50be87"/>
      </a:accent3>
      <a:accent4>
        <a:srgbClr val="ffb4e6"/>
      </a:accent4>
      <a:accent5>
        <a:srgbClr val="a885d8"/>
      </a:accent5>
      <a:accent6>
        <a:srgbClr val="ffd200"/>
      </a:accent6>
      <a:hlink>
        <a:srgbClr val="ff7900"/>
      </a:hlink>
      <a:folHlink>
        <a:srgbClr val="ff790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8f8f8f"/>
      </a:dk2>
      <a:lt2>
        <a:srgbClr val="ff7900"/>
      </a:lt2>
      <a:accent1>
        <a:srgbClr val="ff7900"/>
      </a:accent1>
      <a:accent2>
        <a:srgbClr val="4bb4e6"/>
      </a:accent2>
      <a:accent3>
        <a:srgbClr val="50be87"/>
      </a:accent3>
      <a:accent4>
        <a:srgbClr val="ffb4e6"/>
      </a:accent4>
      <a:accent5>
        <a:srgbClr val="a885d8"/>
      </a:accent5>
      <a:accent6>
        <a:srgbClr val="ffd200"/>
      </a:accent6>
      <a:hlink>
        <a:srgbClr val="ff7900"/>
      </a:hlink>
      <a:folHlink>
        <a:srgbClr val="ff790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8f8f8f"/>
      </a:dk2>
      <a:lt2>
        <a:srgbClr val="ff7900"/>
      </a:lt2>
      <a:accent1>
        <a:srgbClr val="ff7900"/>
      </a:accent1>
      <a:accent2>
        <a:srgbClr val="4bb4e6"/>
      </a:accent2>
      <a:accent3>
        <a:srgbClr val="50be87"/>
      </a:accent3>
      <a:accent4>
        <a:srgbClr val="ffb4e6"/>
      </a:accent4>
      <a:accent5>
        <a:srgbClr val="a885d8"/>
      </a:accent5>
      <a:accent6>
        <a:srgbClr val="ffd200"/>
      </a:accent6>
      <a:hlink>
        <a:srgbClr val="ff7900"/>
      </a:hlink>
      <a:folHlink>
        <a:srgbClr val="ff790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8f8f8f"/>
      </a:dk2>
      <a:lt2>
        <a:srgbClr val="ff7900"/>
      </a:lt2>
      <a:accent1>
        <a:srgbClr val="ff7900"/>
      </a:accent1>
      <a:accent2>
        <a:srgbClr val="4bb4e6"/>
      </a:accent2>
      <a:accent3>
        <a:srgbClr val="50be87"/>
      </a:accent3>
      <a:accent4>
        <a:srgbClr val="ffb4e6"/>
      </a:accent4>
      <a:accent5>
        <a:srgbClr val="a885d8"/>
      </a:accent5>
      <a:accent6>
        <a:srgbClr val="ffd200"/>
      </a:accent6>
      <a:hlink>
        <a:srgbClr val="ff7900"/>
      </a:hlink>
      <a:folHlink>
        <a:srgbClr val="ff790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8f8f8f"/>
      </a:dk2>
      <a:lt2>
        <a:srgbClr val="ff7900"/>
      </a:lt2>
      <a:accent1>
        <a:srgbClr val="ff7900"/>
      </a:accent1>
      <a:accent2>
        <a:srgbClr val="4bb4e6"/>
      </a:accent2>
      <a:accent3>
        <a:srgbClr val="50be87"/>
      </a:accent3>
      <a:accent4>
        <a:srgbClr val="ffb4e6"/>
      </a:accent4>
      <a:accent5>
        <a:srgbClr val="a885d8"/>
      </a:accent5>
      <a:accent6>
        <a:srgbClr val="ffd200"/>
      </a:accent6>
      <a:hlink>
        <a:srgbClr val="ff7900"/>
      </a:hlink>
      <a:folHlink>
        <a:srgbClr val="ff790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8f8f8f"/>
      </a:dk2>
      <a:lt2>
        <a:srgbClr val="ff7900"/>
      </a:lt2>
      <a:accent1>
        <a:srgbClr val="ff7900"/>
      </a:accent1>
      <a:accent2>
        <a:srgbClr val="4bb4e6"/>
      </a:accent2>
      <a:accent3>
        <a:srgbClr val="50be87"/>
      </a:accent3>
      <a:accent4>
        <a:srgbClr val="ffb4e6"/>
      </a:accent4>
      <a:accent5>
        <a:srgbClr val="a885d8"/>
      </a:accent5>
      <a:accent6>
        <a:srgbClr val="ffd200"/>
      </a:accent6>
      <a:hlink>
        <a:srgbClr val="ff7900"/>
      </a:hlink>
      <a:folHlink>
        <a:srgbClr val="ff790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8f8f8f"/>
      </a:dk2>
      <a:lt2>
        <a:srgbClr val="ff7900"/>
      </a:lt2>
      <a:accent1>
        <a:srgbClr val="ff7900"/>
      </a:accent1>
      <a:accent2>
        <a:srgbClr val="4bb4e6"/>
      </a:accent2>
      <a:accent3>
        <a:srgbClr val="50be87"/>
      </a:accent3>
      <a:accent4>
        <a:srgbClr val="ffb4e6"/>
      </a:accent4>
      <a:accent5>
        <a:srgbClr val="a885d8"/>
      </a:accent5>
      <a:accent6>
        <a:srgbClr val="ffd200"/>
      </a:accent6>
      <a:hlink>
        <a:srgbClr val="ff7900"/>
      </a:hlink>
      <a:folHlink>
        <a:srgbClr val="ff790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8f8f8f"/>
      </a:dk2>
      <a:lt2>
        <a:srgbClr val="ff7900"/>
      </a:lt2>
      <a:accent1>
        <a:srgbClr val="ff7900"/>
      </a:accent1>
      <a:accent2>
        <a:srgbClr val="4bb4e6"/>
      </a:accent2>
      <a:accent3>
        <a:srgbClr val="50be87"/>
      </a:accent3>
      <a:accent4>
        <a:srgbClr val="ffb4e6"/>
      </a:accent4>
      <a:accent5>
        <a:srgbClr val="a885d8"/>
      </a:accent5>
      <a:accent6>
        <a:srgbClr val="ffd200"/>
      </a:accent6>
      <a:hlink>
        <a:srgbClr val="ff7900"/>
      </a:hlink>
      <a:folHlink>
        <a:srgbClr val="ff790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8f8f8f"/>
      </a:dk2>
      <a:lt2>
        <a:srgbClr val="ff7900"/>
      </a:lt2>
      <a:accent1>
        <a:srgbClr val="ff7900"/>
      </a:accent1>
      <a:accent2>
        <a:srgbClr val="4bb4e6"/>
      </a:accent2>
      <a:accent3>
        <a:srgbClr val="50be87"/>
      </a:accent3>
      <a:accent4>
        <a:srgbClr val="ffb4e6"/>
      </a:accent4>
      <a:accent5>
        <a:srgbClr val="a885d8"/>
      </a:accent5>
      <a:accent6>
        <a:srgbClr val="ffd200"/>
      </a:accent6>
      <a:hlink>
        <a:srgbClr val="ff7900"/>
      </a:hlink>
      <a:folHlink>
        <a:srgbClr val="ff790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8f8f8f"/>
      </a:dk2>
      <a:lt2>
        <a:srgbClr val="ff7900"/>
      </a:lt2>
      <a:accent1>
        <a:srgbClr val="ff7900"/>
      </a:accent1>
      <a:accent2>
        <a:srgbClr val="4bb4e6"/>
      </a:accent2>
      <a:accent3>
        <a:srgbClr val="50be87"/>
      </a:accent3>
      <a:accent4>
        <a:srgbClr val="ffb4e6"/>
      </a:accent4>
      <a:accent5>
        <a:srgbClr val="a885d8"/>
      </a:accent5>
      <a:accent6>
        <a:srgbClr val="ffd200"/>
      </a:accent6>
      <a:hlink>
        <a:srgbClr val="ff7900"/>
      </a:hlink>
      <a:folHlink>
        <a:srgbClr val="ff790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8f8f8f"/>
      </a:dk2>
      <a:lt2>
        <a:srgbClr val="ff7900"/>
      </a:lt2>
      <a:accent1>
        <a:srgbClr val="ff7900"/>
      </a:accent1>
      <a:accent2>
        <a:srgbClr val="4bb4e6"/>
      </a:accent2>
      <a:accent3>
        <a:srgbClr val="50be87"/>
      </a:accent3>
      <a:accent4>
        <a:srgbClr val="ffb4e6"/>
      </a:accent4>
      <a:accent5>
        <a:srgbClr val="a885d8"/>
      </a:accent5>
      <a:accent6>
        <a:srgbClr val="ffd200"/>
      </a:accent6>
      <a:hlink>
        <a:srgbClr val="ff7900"/>
      </a:hlink>
      <a:folHlink>
        <a:srgbClr val="ff790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8f8f8f"/>
      </a:dk2>
      <a:lt2>
        <a:srgbClr val="ff7900"/>
      </a:lt2>
      <a:accent1>
        <a:srgbClr val="ff7900"/>
      </a:accent1>
      <a:accent2>
        <a:srgbClr val="4bb4e6"/>
      </a:accent2>
      <a:accent3>
        <a:srgbClr val="50be87"/>
      </a:accent3>
      <a:accent4>
        <a:srgbClr val="ffb4e6"/>
      </a:accent4>
      <a:accent5>
        <a:srgbClr val="a885d8"/>
      </a:accent5>
      <a:accent6>
        <a:srgbClr val="ffd200"/>
      </a:accent6>
      <a:hlink>
        <a:srgbClr val="ff7900"/>
      </a:hlink>
      <a:folHlink>
        <a:srgbClr val="ff790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8f8f8f"/>
      </a:dk2>
      <a:lt2>
        <a:srgbClr val="ff7900"/>
      </a:lt2>
      <a:accent1>
        <a:srgbClr val="ff7900"/>
      </a:accent1>
      <a:accent2>
        <a:srgbClr val="4bb4e6"/>
      </a:accent2>
      <a:accent3>
        <a:srgbClr val="50be87"/>
      </a:accent3>
      <a:accent4>
        <a:srgbClr val="ffb4e6"/>
      </a:accent4>
      <a:accent5>
        <a:srgbClr val="a885d8"/>
      </a:accent5>
      <a:accent6>
        <a:srgbClr val="ffd200"/>
      </a:accent6>
      <a:hlink>
        <a:srgbClr val="ff7900"/>
      </a:hlink>
      <a:folHlink>
        <a:srgbClr val="ff790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8f8f8f"/>
      </a:dk2>
      <a:lt2>
        <a:srgbClr val="ff7900"/>
      </a:lt2>
      <a:accent1>
        <a:srgbClr val="ff7900"/>
      </a:accent1>
      <a:accent2>
        <a:srgbClr val="4bb4e6"/>
      </a:accent2>
      <a:accent3>
        <a:srgbClr val="50be87"/>
      </a:accent3>
      <a:accent4>
        <a:srgbClr val="ffb4e6"/>
      </a:accent4>
      <a:accent5>
        <a:srgbClr val="a885d8"/>
      </a:accent5>
      <a:accent6>
        <a:srgbClr val="ffd200"/>
      </a:accent6>
      <a:hlink>
        <a:srgbClr val="ff7900"/>
      </a:hlink>
      <a:folHlink>
        <a:srgbClr val="ff790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338</TotalTime>
  <Application>LibreOffice/24.2.7.2$Linux_X86_64 LibreOffice_project/420$Build-2</Application>
  <AppVersion>15.0000</AppVersion>
  <Words>399</Words>
  <Paragraphs>78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2022-08-25T14:04:38Z</dcterms:created>
  <dc:creator>GELINEAU Laurence DTSI/DISU</dc:creator>
  <dc:description/>
  <dc:language>fr-FR</dc:language>
  <cp:lastModifiedBy/>
  <dcterms:modified xsi:type="dcterms:W3CDTF">2026-09-14T18:56:58Z</dcterms:modified>
  <cp:revision>39</cp:revision>
  <dc:subject/>
  <dc:title>Présentation PowerPoint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HiddenSlides">
    <vt:i4>0</vt:i4>
  </property>
  <property fmtid="{D5CDD505-2E9C-101B-9397-08002B2CF9AE}" pid="3" name="HyperlinksChanged">
    <vt:bool>0</vt:bool>
  </property>
  <property fmtid="{D5CDD505-2E9C-101B-9397-08002B2CF9AE}" pid="4" name="LinksUpToDate">
    <vt:bool>0</vt:bool>
  </property>
  <property fmtid="{D5CDD505-2E9C-101B-9397-08002B2CF9AE}" pid="5" name="MMClips">
    <vt:i4>0</vt:i4>
  </property>
  <property fmtid="{D5CDD505-2E9C-101B-9397-08002B2CF9AE}" pid="6" name="MSIP_Label_e6c818a6-e1a0-4a6e-a969-20d857c5dc62_ActionId">
    <vt:lpwstr>b1554b42-72ae-4776-9524-b4142537fcfb</vt:lpwstr>
  </property>
  <property fmtid="{D5CDD505-2E9C-101B-9397-08002B2CF9AE}" pid="7" name="MSIP_Label_e6c818a6-e1a0-4a6e-a969-20d857c5dc62_ContentBits">
    <vt:lpwstr>2</vt:lpwstr>
  </property>
  <property fmtid="{D5CDD505-2E9C-101B-9397-08002B2CF9AE}" pid="8" name="MSIP_Label_e6c818a6-e1a0-4a6e-a969-20d857c5dc62_Enabled">
    <vt:lpwstr>true</vt:lpwstr>
  </property>
  <property fmtid="{D5CDD505-2E9C-101B-9397-08002B2CF9AE}" pid="9" name="MSIP_Label_e6c818a6-e1a0-4a6e-a969-20d857c5dc62_Method">
    <vt:lpwstr>Standard</vt:lpwstr>
  </property>
  <property fmtid="{D5CDD505-2E9C-101B-9397-08002B2CF9AE}" pid="10" name="MSIP_Label_e6c818a6-e1a0-4a6e-a969-20d857c5dc62_Name">
    <vt:lpwstr>Orange_restricted_internal.2</vt:lpwstr>
  </property>
  <property fmtid="{D5CDD505-2E9C-101B-9397-08002B2CF9AE}" pid="11" name="MSIP_Label_e6c818a6-e1a0-4a6e-a969-20d857c5dc62_SetDate">
    <vt:lpwstr>2022-08-25T14:05:18Z</vt:lpwstr>
  </property>
  <property fmtid="{D5CDD505-2E9C-101B-9397-08002B2CF9AE}" pid="12" name="MSIP_Label_e6c818a6-e1a0-4a6e-a969-20d857c5dc62_SiteId">
    <vt:lpwstr>90c7a20a-f34b-40bf-bc48-b9253b6f5d20</vt:lpwstr>
  </property>
  <property fmtid="{D5CDD505-2E9C-101B-9397-08002B2CF9AE}" pid="13" name="Notes">
    <vt:i4>0</vt:i4>
  </property>
  <property fmtid="{D5CDD505-2E9C-101B-9397-08002B2CF9AE}" pid="14" name="PresentationFormat">
    <vt:lpwstr>Affichage à l'écran (16:9)</vt:lpwstr>
  </property>
  <property fmtid="{D5CDD505-2E9C-101B-9397-08002B2CF9AE}" pid="15" name="ScaleCrop">
    <vt:bool>0</vt:bool>
  </property>
  <property fmtid="{D5CDD505-2E9C-101B-9397-08002B2CF9AE}" pid="16" name="ShareDoc">
    <vt:bool>0</vt:bool>
  </property>
  <property fmtid="{D5CDD505-2E9C-101B-9397-08002B2CF9AE}" pid="17" name="Slides">
    <vt:i4>15</vt:i4>
  </property>
</Properties>
</file>