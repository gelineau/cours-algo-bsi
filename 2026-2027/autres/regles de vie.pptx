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3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6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76.xml" ContentType="application/vnd.openxmlformats-officedocument.theme+xml"/>
  <Override PartName="/ppt/theme/theme64.xml" ContentType="application/vnd.openxmlformats-officedocument.theme+xml"/>
  <Override PartName="/ppt/theme/theme75.xml" ContentType="application/vnd.openxmlformats-officedocument.theme+xml"/>
  <Override PartName="/ppt/theme/theme74.xml" ContentType="application/vnd.openxmlformats-officedocument.theme+xml"/>
  <Override PartName="/ppt/theme/theme73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5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</p:sldMasterIdLst>
  <p:sldIdLst>
    <p:sldId id="256" r:id="rId78"/>
    <p:sldId id="257" r:id="rId7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" Target="slides/slide1.xml"/><Relationship Id="rId79" Type="http://schemas.openxmlformats.org/officeDocument/2006/relationships/slide" Target="slides/slide2.xml"/><Relationship Id="rId8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6A0F01-3641-4414-B7BF-33F6788F04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EF7901-0720-4D28-B043-D287E374A3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A11FBA-2CCC-4770-8CFF-67313EC678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ED720C1-5E22-4F81-9D55-E5E75E8CE0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D20B887-B9F7-44B8-858E-6AC19A00D4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98BC3AB-2719-4881-84DA-1E5C680A79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495AF7E-951B-4A4D-9BAB-BB4A19A6A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FBACEA9-EC1C-437A-AC66-F554C38808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0AE4BED-AC7D-42FC-90B1-1DF830FBD9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50A42C6-1900-422D-A5AA-65A2421DB2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F57E5D1-0D85-44F2-B01B-27D8E40E91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BF264B9A-5BC5-441E-A6F9-5B096DB02C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32BBBA4-2955-4357-A91F-F9AA0AFAFBB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E2B63B8-C87F-4C3D-B9A2-1267681D6A5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A0BC501-8837-46EB-9DB8-056189ED193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D264B55-BB54-4EC1-AC1C-FBD3A6A2D16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B818FCF-85FF-467D-B5EB-DC3E44F9F4E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604130B-C623-42B9-8CF0-5D5F1428040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8A6FEE7-824F-4199-9957-1C9E3E4E544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3F4F881-C61A-4050-B28A-B27A80EFDF6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3F9D579-F66F-4627-AC26-4BD59889D76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2F418CD-8C1B-4761-A074-EE2692C462A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090BDEE-33A9-41DA-B980-0DA130F26C7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314280" y="4535640"/>
            <a:ext cx="266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5EC99B9-7F56-4120-A3AC-BC5FB62BB51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619560" y="4749120"/>
            <a:ext cx="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8A6EE9C-C34C-420F-9BB3-A8F1849F417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8DC57C9-A896-4013-ADB8-72EFE9256B9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EC81203-5BD2-4A70-8A55-658C10F3CEC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B967622-E0E6-4D4E-99BC-00D1038EED8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98C5255-D45F-4193-8610-C4FE00F8675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08535C0-6194-42D2-A663-A1DAEE58F87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82640E4-E4BB-4E22-96A2-C5284237B50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7EB472F-2E62-4C27-B10F-6385CF0769F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EA2F9DD-4389-4775-AC1B-46D2307EB82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25E4EE2-A20F-4DB6-B1FF-827081B372E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97255BD-08F9-4721-BDAB-C1AEEDE0FD2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002F04D-5D83-42FA-8026-63E4F5FB19C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02B75A4-CFCA-4DA8-B93C-0C1DB14F9DF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A4B57F2-3F77-4A53-AF58-4F036E686CB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30665EE-E530-49FF-84B4-2659E7347D3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0D09599-9800-452A-A844-467CB87E8F8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E287EC1-8245-4087-ABD3-6D46A04C291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ED0653A-B3E8-4922-AD1B-B7A371DBBF3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D6CF470-6072-4BA8-B862-892AE95F22F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3BC84B5-B6F9-4718-A394-FD9128E185E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1A56763-39D5-4D46-8137-9E254D82F88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E74148E-AD8D-49CF-A10C-BE4D9ACAC5E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565C94D-266C-4F94-A204-6FC6418D232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6548CDA-5466-419D-90DE-85B43FCB0AA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619560" y="4749120"/>
            <a:ext cx="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B7468F8-35EE-4D6A-887F-9C54BC7AE81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246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7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8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3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CBA7870-1F9C-44C1-9CC3-6CB9C4588E3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3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264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6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7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9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0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1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2A73916-F559-4FA2-B0A1-EC405A6B66D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9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280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3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4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5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6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7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F89CD42-3EDD-476F-9B5C-9D32B77A166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9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00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01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2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3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4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5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6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7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9839BC4-8FD7-4597-9AC9-F0E7B918F74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9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10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1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2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3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4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5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6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7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1F743D0-81BE-4AC7-A43C-C2BB05820CE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9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20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21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2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3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4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5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6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7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CB5B4DE-6244-45E6-8758-275170D3B8A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3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34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0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BE03B53-C63C-4478-A8E0-14EAC1484D4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7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48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9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0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2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4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DC88561-3BFF-411A-ABBE-FF4C4FD151F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3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64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65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8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9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0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1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2B191F5-9224-40A5-910E-CC4AFD3396E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5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76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7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8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9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0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1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2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FBAD7AA-C409-4719-87D8-F22002A2B57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5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386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7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8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9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0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1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2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 hidden="1"/>
          <p:cNvSpPr/>
          <p:nvPr/>
        </p:nvSpPr>
        <p:spPr>
          <a:xfrm>
            <a:off x="314280" y="4535640"/>
            <a:ext cx="2703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AE6CEEB-4659-472F-BB6E-C5595A4EDD3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3" name="Group 4"/>
          <p:cNvGrpSpPr/>
          <p:nvPr/>
        </p:nvGrpSpPr>
        <p:grpSpPr>
          <a:xfrm>
            <a:off x="313560" y="4233960"/>
            <a:ext cx="608040" cy="608040"/>
            <a:chOff x="313560" y="4233960"/>
            <a:chExt cx="608040" cy="608040"/>
          </a:xfrm>
        </p:grpSpPr>
        <p:sp>
          <p:nvSpPr>
            <p:cNvPr id="404" name="CustomShape 5"/>
            <p:cNvSpPr/>
            <p:nvPr/>
          </p:nvSpPr>
          <p:spPr>
            <a:xfrm>
              <a:off x="313560" y="4233960"/>
              <a:ext cx="608040" cy="60804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5" name="CustomShape 6"/>
            <p:cNvSpPr/>
            <p:nvPr/>
          </p:nvSpPr>
          <p:spPr>
            <a:xfrm>
              <a:off x="500760" y="4708440"/>
              <a:ext cx="69840" cy="82800"/>
            </a:xfrm>
            <a:custGeom>
              <a:avLst/>
              <a:gdLst>
                <a:gd name="textAreaLeft" fmla="*/ 0 w 69840"/>
                <a:gd name="textAreaRight" fmla="*/ 71640 w 69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6" name="CustomShape 7"/>
            <p:cNvSpPr/>
            <p:nvPr/>
          </p:nvSpPr>
          <p:spPr>
            <a:xfrm>
              <a:off x="592920" y="4708440"/>
              <a:ext cx="71640" cy="82800"/>
            </a:xfrm>
            <a:custGeom>
              <a:avLst/>
              <a:gdLst>
                <a:gd name="textAreaLeft" fmla="*/ 0 w 71640"/>
                <a:gd name="textAreaRight" fmla="*/ 73440 w 716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7" name="CustomShape 8"/>
            <p:cNvSpPr/>
            <p:nvPr/>
          </p:nvSpPr>
          <p:spPr>
            <a:xfrm>
              <a:off x="778680" y="4708440"/>
              <a:ext cx="74520" cy="8424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8" name="CustomShape 9"/>
            <p:cNvSpPr/>
            <p:nvPr/>
          </p:nvSpPr>
          <p:spPr>
            <a:xfrm>
              <a:off x="347040" y="4708440"/>
              <a:ext cx="79560" cy="84240"/>
            </a:xfrm>
            <a:custGeom>
              <a:avLst/>
              <a:gdLst>
                <a:gd name="textAreaLeft" fmla="*/ 0 w 79560"/>
                <a:gd name="textAreaRight" fmla="*/ 81360 w 79560"/>
                <a:gd name="textAreaTop" fmla="*/ 0 h 84240"/>
                <a:gd name="textAreaBottom" fmla="*/ 86040 h 8424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CustomShape 10"/>
            <p:cNvSpPr/>
            <p:nvPr/>
          </p:nvSpPr>
          <p:spPr>
            <a:xfrm>
              <a:off x="446760" y="4708440"/>
              <a:ext cx="42840" cy="82800"/>
            </a:xfrm>
            <a:custGeom>
              <a:avLst/>
              <a:gdLst>
                <a:gd name="textAreaLeft" fmla="*/ 0 w 42840"/>
                <a:gd name="textAreaRight" fmla="*/ 44640 w 42840"/>
                <a:gd name="textAreaTop" fmla="*/ 0 h 82800"/>
                <a:gd name="textAreaBottom" fmla="*/ 84600 h 8280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0" name="CustomShape 11"/>
            <p:cNvSpPr/>
            <p:nvPr/>
          </p:nvSpPr>
          <p:spPr>
            <a:xfrm>
              <a:off x="685080" y="4708440"/>
              <a:ext cx="74520" cy="115920"/>
            </a:xfrm>
            <a:custGeom>
              <a:avLst/>
              <a:gdLst>
                <a:gd name="textAreaLeft" fmla="*/ 0 w 74520"/>
                <a:gd name="textAreaRight" fmla="*/ 76320 w 74520"/>
                <a:gd name="textAreaTop" fmla="*/ 0 h 115920"/>
                <a:gd name="textAreaBottom" fmla="*/ 117720 h 11592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1" name="CustomShape 12"/>
            <p:cNvSpPr/>
            <p:nvPr/>
          </p:nvSpPr>
          <p:spPr>
            <a:xfrm>
              <a:off x="843840" y="4678200"/>
              <a:ext cx="54000" cy="22320"/>
            </a:xfrm>
            <a:custGeom>
              <a:avLst/>
              <a:gdLst>
                <a:gd name="textAreaLeft" fmla="*/ 0 w 54000"/>
                <a:gd name="textAreaRight" fmla="*/ 55800 w 54000"/>
                <a:gd name="textAreaTop" fmla="*/ 0 h 22320"/>
                <a:gd name="textAreaBottom" fmla="*/ 24120 h 2232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1AFCD74-9FCB-40F0-9D48-937F6A38A16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315ABA5-D8CC-46E1-B79A-DB1A2908992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0C19795-AF85-4E24-979D-1497E3C9298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8328814-77EA-4097-8A93-1C82868EEEB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35D0235-D476-4B37-A076-9375206CE3D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0915BD4-5AA3-4AAB-A7C6-FA4C61E9F71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0D9C91D-5C02-480F-A8DB-9A9F62AF7E9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0996880-8662-438D-817B-B4CD0E804EF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2BBD495-9E41-4D8B-93A9-FD38614DFD7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22E36C3-D45F-48FB-9C5D-F2B49C1C016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7A9B962-3ADB-428D-AAF9-F68FCFBA51F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8C95F5D-A7B9-4275-BA4B-9098F9155FF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E54E6DC-562C-45A7-BB83-3628490A152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PlaceHolder 6"/>
          <p:cNvSpPr>
            <a:spLocks noGrp="1"/>
          </p:cNvSpPr>
          <p:nvPr>
            <p:ph type="sldNum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BAEE25-F233-4EF9-99C9-D56FF1B118A6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PlaceHolder 7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E0E521E-F252-4FCA-81BA-F278C819AF3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6F4F30-673C-4B7C-888C-1568BCD188ED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PlaceHolder 6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6B90F03-82AA-4CC1-B166-870E9660C84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6"/>
          <p:cNvSpPr>
            <a:spLocks noGrp="1"/>
          </p:cNvSpPr>
          <p:nvPr>
            <p:ph type="ft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PlaceHolder 7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4722DF-06E5-4664-866C-E90A1C6ABB40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PlaceHolder 8"/>
          <p:cNvSpPr>
            <a:spLocks noGrp="1"/>
          </p:cNvSpPr>
          <p:nvPr>
            <p:ph type="dt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8043598-7FB6-49CE-9E52-A7A075C1C0B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3" name="PlaceHolder 1"/>
          <p:cNvSpPr>
            <a:spLocks noGrp="1"/>
          </p:cNvSpPr>
          <p:nvPr>
            <p:ph type="ftr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6C22F3-A5A2-42FF-8D0D-15A056B5141D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dt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F963AF8-E6A6-4E71-90B3-AD5FBF6BB29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8" name="PlaceHolder 1"/>
          <p:cNvSpPr>
            <a:spLocks noGrp="1"/>
          </p:cNvSpPr>
          <p:nvPr>
            <p:ph type="ftr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C68CF6-6208-426C-9CF9-0F9B0F15BC1C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dt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CF2F516-5A1A-4002-AAE7-63D14EC8558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ftr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03A833-C245-4A96-B8EB-B21615816F91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dt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925A360-2E16-4F15-B97C-5F75E21616E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ftr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47F57C-7E64-4A00-A93F-20DDFDBEB743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 type="dt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EFD4D44-551D-4780-BE02-A89BD28A2A5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 type="ftr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F6ABAD-13F9-4B9F-BC33-73C606831E17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PlaceHolder 6"/>
          <p:cNvSpPr>
            <a:spLocks noGrp="1"/>
          </p:cNvSpPr>
          <p:nvPr>
            <p:ph type="dt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6FD4C8A-D878-47AC-96FF-A857721456B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87B66F-CB7A-43A7-A0FC-F238EB8EA700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dt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B3AE774-B7BD-4A88-BA9E-CABA49EF53C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ftr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586A7E-0B4C-4A84-920C-EBF9A110085E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dt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2FEFFCA-6F7A-4D21-9B25-8D0B190D9FB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5"/>
          <p:cNvSpPr>
            <a:spLocks noGrp="1"/>
          </p:cNvSpPr>
          <p:nvPr>
            <p:ph type="ftr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PlaceHolder 6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75B6A0-9622-42B2-8AB8-CF6F300B54ED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PlaceHolder 7"/>
          <p:cNvSpPr>
            <a:spLocks noGrp="1"/>
          </p:cNvSpPr>
          <p:nvPr>
            <p:ph type="dt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905A102-28AE-423D-9264-BA113B6799D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5"/>
          <p:cNvSpPr>
            <a:spLocks noGrp="1"/>
          </p:cNvSpPr>
          <p:nvPr>
            <p:ph type="ftr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PlaceHolder 6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1D9870-BB8F-4D2D-8BD1-9A6AD6FDD866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PlaceHolder 7"/>
          <p:cNvSpPr>
            <a:spLocks noGrp="1"/>
          </p:cNvSpPr>
          <p:nvPr>
            <p:ph type="dt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789D0B4-2CBC-41B3-AB44-0042757AA42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DF068A3-A927-4A7A-B152-DDC118C66EE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2882146-A83A-44A7-A465-EDEEA0E1B36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3982FD6-9B1C-4CEC-AA3A-4F544930BA2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Shape 21"/>
          <p:cNvSpPr/>
          <p:nvPr/>
        </p:nvSpPr>
        <p:spPr>
          <a:xfrm>
            <a:off x="228600" y="751320"/>
            <a:ext cx="8511840" cy="33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Les avis ou les suggestions d’amélioration sont les bienvenues.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 but est d’apprendre, pas de terminer les exercices. Le cours ne doit être désagréable pour personne.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Les erreurs enrichissent le cours. Posez des questions.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 j’aide un autre élève, je m’aide moi-même.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Je suis respecté comme je suis.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commence à l’heure, on finit à l’heure. On s’absente pendant la pause. Sauf urgence.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ne fait pas autre chose pendant le cours. Sauf urgence.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 évaluations objectives et bienveillantes.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Shape 22"/>
          <p:cNvSpPr/>
          <p:nvPr/>
        </p:nvSpPr>
        <p:spPr>
          <a:xfrm>
            <a:off x="314280" y="267480"/>
            <a:ext cx="8511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Règles de vie (version provisoire)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" descr=""/>
          <p:cNvPicPr/>
          <p:nvPr/>
        </p:nvPicPr>
        <p:blipFill>
          <a:blip r:embed="rId1"/>
          <a:stretch/>
        </p:blipFill>
        <p:spPr>
          <a:xfrm>
            <a:off x="758880" y="338400"/>
            <a:ext cx="6555600" cy="446148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312</TotalTime>
  <Application>LibreOffice/24.2.7.2$Linux_X86_64 LibreOffice_project/420$Build-2</Application>
  <AppVersion>15.0000</AppVersion>
  <Words>399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2022-08-25T14:04:38Z</dcterms:created>
  <dc:creator>GELINEAU Laurence DTSI/DISU</dc:creator>
  <dc:description/>
  <dc:language>fr-FR</dc:language>
  <cp:lastModifiedBy/>
  <dcterms:modified xsi:type="dcterms:W3CDTF">2026-09-09T18:30:52Z</dcterms:modified>
  <cp:revision>36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MSIP_Label_e6c818a6-e1a0-4a6e-a969-20d857c5dc62_ActionId">
    <vt:lpwstr>b1554b42-72ae-4776-9524-b4142537fcfb</vt:lpwstr>
  </property>
  <property fmtid="{D5CDD505-2E9C-101B-9397-08002B2CF9AE}" pid="7" name="MSIP_Label_e6c818a6-e1a0-4a6e-a969-20d857c5dc62_ContentBits">
    <vt:lpwstr>2</vt:lpwstr>
  </property>
  <property fmtid="{D5CDD505-2E9C-101B-9397-08002B2CF9AE}" pid="8" name="MSIP_Label_e6c818a6-e1a0-4a6e-a969-20d857c5dc62_Enabled">
    <vt:lpwstr>true</vt:lpwstr>
  </property>
  <property fmtid="{D5CDD505-2E9C-101B-9397-08002B2CF9AE}" pid="9" name="MSIP_Label_e6c818a6-e1a0-4a6e-a969-20d857c5dc62_Method">
    <vt:lpwstr>Standard</vt:lpwstr>
  </property>
  <property fmtid="{D5CDD505-2E9C-101B-9397-08002B2CF9AE}" pid="10" name="MSIP_Label_e6c818a6-e1a0-4a6e-a969-20d857c5dc62_Name">
    <vt:lpwstr>Orange_restricted_internal.2</vt:lpwstr>
  </property>
  <property fmtid="{D5CDD505-2E9C-101B-9397-08002B2CF9AE}" pid="11" name="MSIP_Label_e6c818a6-e1a0-4a6e-a969-20d857c5dc62_SetDate">
    <vt:lpwstr>2022-08-25T14:05:18Z</vt:lpwstr>
  </property>
  <property fmtid="{D5CDD505-2E9C-101B-9397-08002B2CF9AE}" pid="12" name="MSIP_Label_e6c818a6-e1a0-4a6e-a969-20d857c5dc62_SiteId">
    <vt:lpwstr>90c7a20a-f34b-40bf-bc48-b9253b6f5d20</vt:lpwstr>
  </property>
  <property fmtid="{D5CDD505-2E9C-101B-9397-08002B2CF9AE}" pid="13" name="Notes">
    <vt:i4>0</vt:i4>
  </property>
  <property fmtid="{D5CDD505-2E9C-101B-9397-08002B2CF9AE}" pid="14" name="PresentationFormat">
    <vt:lpwstr>Affichage à l'écran (16:9)</vt:lpwstr>
  </property>
  <property fmtid="{D5CDD505-2E9C-101B-9397-08002B2CF9AE}" pid="15" name="ScaleCrop">
    <vt:bool>0</vt:bool>
  </property>
  <property fmtid="{D5CDD505-2E9C-101B-9397-08002B2CF9AE}" pid="16" name="ShareDoc">
    <vt:bool>0</vt:bool>
  </property>
  <property fmtid="{D5CDD505-2E9C-101B-9397-08002B2CF9AE}" pid="17" name="Slides">
    <vt:i4>15</vt:i4>
  </property>
</Properties>
</file>